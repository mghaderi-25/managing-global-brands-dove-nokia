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4" r:id="rId2"/>
    <p:sldId id="301" r:id="rId3"/>
    <p:sldId id="296" r:id="rId4"/>
    <p:sldId id="298" r:id="rId5"/>
    <p:sldId id="299" r:id="rId6"/>
    <p:sldId id="300" r:id="rId7"/>
    <p:sldId id="302" r:id="rId8"/>
    <p:sldId id="30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4707"/>
    <a:srgbClr val="2D3241"/>
    <a:srgbClr val="F2F2F2"/>
    <a:srgbClr val="295380"/>
    <a:srgbClr val="303030"/>
    <a:srgbClr val="2A537F"/>
    <a:srgbClr val="004EB7"/>
    <a:srgbClr val="7089A7"/>
    <a:srgbClr val="A8D0F2"/>
    <a:srgbClr val="1C4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2FADC-6292-4804-8B15-EAB2A0B265F9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24513-9FBE-41D6-816B-45A99C126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81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2554-D612-0B5A-3091-F0934CFBD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43E7B-3DBC-3682-7BCF-C91BBC127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C8DA4-E226-52E8-76CC-DA51EB6F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EFE1-751F-AB53-F0C4-1216E8B64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8A0DE-B6A0-34F1-2B9E-4B63138E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9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390C-A83A-EEDF-BD61-B13824D0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1CB9-2A9D-512B-0A68-55ADBE74D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FEF8-7916-3674-9B36-4B7D27F1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B5F5-617E-5084-E9A7-8E7396A3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6F2B0-AC48-81D8-BEAF-A3BFAEF5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7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BCFC-C19D-60DA-0557-8785F788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950A-B3F0-AF71-3DEF-5B746E8E1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2BD7-2E5C-3BD4-BF4F-28BBBB10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A0741-33F0-5A4B-0352-913ED770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454D9-35E8-BE89-DD2E-A616954B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9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1703-5EB5-E5F2-88D4-1A4ABA18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DCF20-A805-EAF9-B015-C99F162E2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AE3D6-AD76-CF9B-9189-5B4763E81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D3BA-B3EE-C847-5F46-F9048D78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7F918-F63F-C4A2-E445-9175511B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34337-CE4D-9C25-944C-B640009F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0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DEC2-7941-C54B-F841-B12EAC44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899DF-5F54-B024-A3AF-33A71BCF3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B39B8-A1B4-5502-AFB4-B26734288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B29AB-A53B-6223-EC58-69C437F35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2BA86-E196-AB65-54AD-0D9A343E1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5AC7A-D03C-EEB2-4113-EC405EF1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EC450-3AC1-03B3-09ED-5F2BB888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A0B6D-01E4-3AD4-32EE-E44B878A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4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16D6-DBE4-72BD-B5E9-10E0EE6D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704AC-C159-F235-E76C-4B2A6F1D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55601-C866-15CE-94AF-A8FE8AA1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42510-439E-E960-10CB-51D7219F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3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5D7BD-5818-4AFD-DB82-67E75731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9FA62-CF4B-499D-3325-E73553DA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53A7-6293-CE34-BF16-E331D51F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88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E5A7-99AB-6984-3607-0AB6E697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302A3-1DE9-6A53-687D-091887E2F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AB978-D969-EB29-2E73-67652115D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F9A00-FD61-0EEA-762B-A23E3A8F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75036-E551-9C88-0553-8B530F39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82208-9D0D-3B50-E934-AB0AC0CA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1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F075-7FA6-39F9-5E85-E3B21ACD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6E3C2-6854-4DEA-3F78-254CA6B8A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FBB4F-8465-54DB-5BE4-2D709BC03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09749-B920-75FF-17EA-0B5842A9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4FD18-EF73-77D9-9344-45E45481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49BE6-0B22-3B7D-0CB5-EEFFBFFB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0E78-0B77-87FA-F5C6-99726AD1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06B2A-EDE2-647A-0501-B7D7052E3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452A4-4E61-9EE9-D1B2-F83589FA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685B3-2CAB-21FD-AB61-B2371083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5D387-DC80-AC41-3F12-5AADAD3C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5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709530-096D-0266-AF55-7F778106A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2C4E-9ADD-E3E0-275B-F485A3357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F8BD-8FCB-0A89-4B5A-36336B2B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CC43C-AB24-88B2-46F0-08864A71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05142-9B72-2401-B6CB-08869814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9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F819B-09A8-6472-784F-CD84D4F9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3FDB-74F0-67D7-B9F3-3028D0DC6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E906-F077-13E1-EFE8-C6C659BA3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4307-04EA-1126-ADBF-DA9602834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FBACD-684F-9A81-FA26-A1DC1BD74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4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microsoft.com/office/2007/relationships/hdphoto" Target="../media/hdphoto1.wdp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jpeg"/><Relationship Id="rId15" Type="http://schemas.openxmlformats.org/officeDocument/2006/relationships/image" Target="../media/image18.png"/><Relationship Id="rId10" Type="http://schemas.openxmlformats.org/officeDocument/2006/relationships/image" Target="../media/image26.svg"/><Relationship Id="rId4" Type="http://schemas.openxmlformats.org/officeDocument/2006/relationships/image" Target="../media/image20.jpe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web.lib.aalto.fi/fi/old/yrityspalvelin/pdf/1995/enokia.pdf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23B9F-9AC5-EC1F-7C13-E5A6D573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A close-up of a building&#10;&#10;AI-generated content may be incorrect.">
            <a:extLst>
              <a:ext uri="{FF2B5EF4-FFF2-40B4-BE49-F238E27FC236}">
                <a16:creationId xmlns:a16="http://schemas.microsoft.com/office/drawing/2014/main" id="{CA4D4B30-B36D-D0DA-7FC9-BFEE84A2E7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pic>
        <p:nvPicPr>
          <p:cNvPr id="40" name="Picture 39" descr="A tall building with blue text&#10;&#10;AI-generated content may be incorrect.">
            <a:extLst>
              <a:ext uri="{FF2B5EF4-FFF2-40B4-BE49-F238E27FC236}">
                <a16:creationId xmlns:a16="http://schemas.microsoft.com/office/drawing/2014/main" id="{8E3320A0-232E-3C1D-CD78-2486D7C27C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285658" y="-285658"/>
            <a:ext cx="2322356" cy="2893671"/>
          </a:xfrm>
          <a:custGeom>
            <a:avLst/>
            <a:gdLst/>
            <a:ahLst/>
            <a:cxnLst/>
            <a:rect l="l" t="t" r="r" b="b"/>
            <a:pathLst>
              <a:path w="4710383" h="6104160">
                <a:moveTo>
                  <a:pt x="2581213" y="5529271"/>
                </a:moveTo>
                <a:cubicBezTo>
                  <a:pt x="2581213" y="5529271"/>
                  <a:pt x="2581213" y="5529271"/>
                  <a:pt x="4212052" y="5529271"/>
                </a:cubicBezTo>
                <a:cubicBezTo>
                  <a:pt x="4314199" y="5529271"/>
                  <a:pt x="4412824" y="5585421"/>
                  <a:pt x="4462137" y="5676664"/>
                </a:cubicBezTo>
                <a:cubicBezTo>
                  <a:pt x="4462137" y="5676664"/>
                  <a:pt x="4462137" y="5676664"/>
                  <a:pt x="4661644" y="6020228"/>
                </a:cubicBezTo>
                <a:lnTo>
                  <a:pt x="4710383" y="6104160"/>
                </a:lnTo>
                <a:lnTo>
                  <a:pt x="2080429" y="6104160"/>
                </a:lnTo>
                <a:lnTo>
                  <a:pt x="2184381" y="5924374"/>
                </a:lnTo>
                <a:cubicBezTo>
                  <a:pt x="2229076" y="5847072"/>
                  <a:pt x="2276752" y="5764617"/>
                  <a:pt x="2327605" y="5676664"/>
                </a:cubicBezTo>
                <a:cubicBezTo>
                  <a:pt x="2380440" y="5585421"/>
                  <a:pt x="2475543" y="5529271"/>
                  <a:pt x="2581213" y="5529271"/>
                </a:cubicBezTo>
                <a:close/>
                <a:moveTo>
                  <a:pt x="2563539" y="4022432"/>
                </a:moveTo>
                <a:cubicBezTo>
                  <a:pt x="2563539" y="4022432"/>
                  <a:pt x="2563539" y="4022432"/>
                  <a:pt x="3208691" y="4022432"/>
                </a:cubicBezTo>
                <a:cubicBezTo>
                  <a:pt x="3249101" y="4022432"/>
                  <a:pt x="3288116" y="4044644"/>
                  <a:pt x="3307624" y="4080740"/>
                </a:cubicBezTo>
                <a:cubicBezTo>
                  <a:pt x="3307624" y="4080740"/>
                  <a:pt x="3307624" y="4080740"/>
                  <a:pt x="3630897" y="4637438"/>
                </a:cubicBezTo>
                <a:cubicBezTo>
                  <a:pt x="3651799" y="4672145"/>
                  <a:pt x="3651799" y="4716569"/>
                  <a:pt x="3630897" y="4751276"/>
                </a:cubicBezTo>
                <a:cubicBezTo>
                  <a:pt x="3630897" y="4751276"/>
                  <a:pt x="3630897" y="4751276"/>
                  <a:pt x="3307624" y="5307975"/>
                </a:cubicBezTo>
                <a:cubicBezTo>
                  <a:pt x="3288116" y="5344069"/>
                  <a:pt x="3249101" y="5366282"/>
                  <a:pt x="3208691" y="5366282"/>
                </a:cubicBezTo>
                <a:cubicBezTo>
                  <a:pt x="3208691" y="5366282"/>
                  <a:pt x="3208691" y="5366282"/>
                  <a:pt x="2563539" y="5366282"/>
                </a:cubicBezTo>
                <a:cubicBezTo>
                  <a:pt x="2521736" y="5366282"/>
                  <a:pt x="2484114" y="5344069"/>
                  <a:pt x="2463212" y="5307975"/>
                </a:cubicBezTo>
                <a:cubicBezTo>
                  <a:pt x="2463212" y="5307975"/>
                  <a:pt x="2463212" y="5307975"/>
                  <a:pt x="2141332" y="4751276"/>
                </a:cubicBezTo>
                <a:cubicBezTo>
                  <a:pt x="2120431" y="4716569"/>
                  <a:pt x="2120431" y="4672145"/>
                  <a:pt x="2141332" y="4637438"/>
                </a:cubicBezTo>
                <a:cubicBezTo>
                  <a:pt x="2141332" y="4637438"/>
                  <a:pt x="2141332" y="4637438"/>
                  <a:pt x="2463212" y="4080740"/>
                </a:cubicBezTo>
                <a:cubicBezTo>
                  <a:pt x="2484114" y="4044644"/>
                  <a:pt x="2521736" y="4022432"/>
                  <a:pt x="2563539" y="4022432"/>
                </a:cubicBezTo>
                <a:close/>
                <a:moveTo>
                  <a:pt x="2493311" y="3428754"/>
                </a:moveTo>
                <a:cubicBezTo>
                  <a:pt x="2493311" y="3428754"/>
                  <a:pt x="2493311" y="3428754"/>
                  <a:pt x="2726177" y="3428754"/>
                </a:cubicBezTo>
                <a:cubicBezTo>
                  <a:pt x="2740762" y="3428754"/>
                  <a:pt x="2754844" y="3436772"/>
                  <a:pt x="2761886" y="3449800"/>
                </a:cubicBezTo>
                <a:cubicBezTo>
                  <a:pt x="2761886" y="3449800"/>
                  <a:pt x="2761886" y="3449800"/>
                  <a:pt x="2878570" y="3650739"/>
                </a:cubicBezTo>
                <a:cubicBezTo>
                  <a:pt x="2886115" y="3663266"/>
                  <a:pt x="2886115" y="3679301"/>
                  <a:pt x="2878570" y="3691828"/>
                </a:cubicBezTo>
                <a:cubicBezTo>
                  <a:pt x="2878570" y="3691828"/>
                  <a:pt x="2878570" y="3691828"/>
                  <a:pt x="2761886" y="3892766"/>
                </a:cubicBezTo>
                <a:cubicBezTo>
                  <a:pt x="2754844" y="3905795"/>
                  <a:pt x="2740762" y="3913812"/>
                  <a:pt x="2726177" y="3913812"/>
                </a:cubicBezTo>
                <a:cubicBezTo>
                  <a:pt x="2726177" y="3913812"/>
                  <a:pt x="2726177" y="3913812"/>
                  <a:pt x="2493311" y="3913812"/>
                </a:cubicBezTo>
                <a:cubicBezTo>
                  <a:pt x="2478223" y="3913812"/>
                  <a:pt x="2464643" y="3905795"/>
                  <a:pt x="2457098" y="3892766"/>
                </a:cubicBezTo>
                <a:cubicBezTo>
                  <a:pt x="2457098" y="3892766"/>
                  <a:pt x="2457098" y="3892766"/>
                  <a:pt x="2340917" y="3691828"/>
                </a:cubicBezTo>
                <a:cubicBezTo>
                  <a:pt x="2333373" y="3679301"/>
                  <a:pt x="2333373" y="3663266"/>
                  <a:pt x="2340917" y="3650739"/>
                </a:cubicBezTo>
                <a:cubicBezTo>
                  <a:pt x="2340917" y="3650739"/>
                  <a:pt x="2340917" y="3650739"/>
                  <a:pt x="2457098" y="3449800"/>
                </a:cubicBezTo>
                <a:cubicBezTo>
                  <a:pt x="2464643" y="3436772"/>
                  <a:pt x="2478223" y="3428754"/>
                  <a:pt x="2493311" y="3428754"/>
                </a:cubicBezTo>
                <a:close/>
                <a:moveTo>
                  <a:pt x="1733609" y="2705264"/>
                </a:moveTo>
                <a:cubicBezTo>
                  <a:pt x="1733609" y="2705264"/>
                  <a:pt x="1733609" y="2705264"/>
                  <a:pt x="2174613" y="2705264"/>
                </a:cubicBezTo>
                <a:cubicBezTo>
                  <a:pt x="2202236" y="2705264"/>
                  <a:pt x="2228906" y="2720447"/>
                  <a:pt x="2242241" y="2745121"/>
                </a:cubicBezTo>
                <a:cubicBezTo>
                  <a:pt x="2242241" y="2745121"/>
                  <a:pt x="2242241" y="2745121"/>
                  <a:pt x="2463220" y="3125661"/>
                </a:cubicBezTo>
                <a:cubicBezTo>
                  <a:pt x="2477507" y="3149385"/>
                  <a:pt x="2477507" y="3179753"/>
                  <a:pt x="2463220" y="3203478"/>
                </a:cubicBezTo>
                <a:cubicBezTo>
                  <a:pt x="2463220" y="3203478"/>
                  <a:pt x="2463220" y="3203478"/>
                  <a:pt x="2242241" y="3584017"/>
                </a:cubicBezTo>
                <a:cubicBezTo>
                  <a:pt x="2228906" y="3608691"/>
                  <a:pt x="2202236" y="3623874"/>
                  <a:pt x="2174613" y="3623874"/>
                </a:cubicBezTo>
                <a:cubicBezTo>
                  <a:pt x="2174613" y="3623874"/>
                  <a:pt x="2174613" y="3623874"/>
                  <a:pt x="1733609" y="3623874"/>
                </a:cubicBezTo>
                <a:cubicBezTo>
                  <a:pt x="1705034" y="3623874"/>
                  <a:pt x="1679316" y="3608691"/>
                  <a:pt x="1665029" y="3584017"/>
                </a:cubicBezTo>
                <a:cubicBezTo>
                  <a:pt x="1665029" y="3584017"/>
                  <a:pt x="1665029" y="3584017"/>
                  <a:pt x="1445004" y="3203478"/>
                </a:cubicBezTo>
                <a:cubicBezTo>
                  <a:pt x="1430715" y="3179753"/>
                  <a:pt x="1430715" y="3149385"/>
                  <a:pt x="1445004" y="3125661"/>
                </a:cubicBezTo>
                <a:cubicBezTo>
                  <a:pt x="1445004" y="3125661"/>
                  <a:pt x="1445004" y="3125661"/>
                  <a:pt x="1665029" y="2745121"/>
                </a:cubicBezTo>
                <a:cubicBezTo>
                  <a:pt x="1679316" y="2720447"/>
                  <a:pt x="1705034" y="2705264"/>
                  <a:pt x="1733609" y="2705264"/>
                </a:cubicBezTo>
                <a:close/>
                <a:moveTo>
                  <a:pt x="3163744" y="1328911"/>
                </a:moveTo>
                <a:cubicBezTo>
                  <a:pt x="3163744" y="1328911"/>
                  <a:pt x="3163744" y="1328911"/>
                  <a:pt x="3931865" y="1328911"/>
                </a:cubicBezTo>
                <a:cubicBezTo>
                  <a:pt x="3979976" y="1328911"/>
                  <a:pt x="4026428" y="1355357"/>
                  <a:pt x="4049655" y="1398332"/>
                </a:cubicBezTo>
                <a:cubicBezTo>
                  <a:pt x="4049655" y="1398332"/>
                  <a:pt x="4049655" y="1398332"/>
                  <a:pt x="4434545" y="2061138"/>
                </a:cubicBezTo>
                <a:cubicBezTo>
                  <a:pt x="4459430" y="2102461"/>
                  <a:pt x="4459430" y="2155353"/>
                  <a:pt x="4434545" y="2196675"/>
                </a:cubicBezTo>
                <a:cubicBezTo>
                  <a:pt x="4434545" y="2196675"/>
                  <a:pt x="4434545" y="2196675"/>
                  <a:pt x="4049655" y="2859481"/>
                </a:cubicBezTo>
                <a:cubicBezTo>
                  <a:pt x="4026428" y="2902456"/>
                  <a:pt x="3979976" y="2928902"/>
                  <a:pt x="3931865" y="2928902"/>
                </a:cubicBezTo>
                <a:cubicBezTo>
                  <a:pt x="3931865" y="2928902"/>
                  <a:pt x="3931865" y="2928902"/>
                  <a:pt x="3163744" y="2928902"/>
                </a:cubicBezTo>
                <a:cubicBezTo>
                  <a:pt x="3113973" y="2928902"/>
                  <a:pt x="3069180" y="2902456"/>
                  <a:pt x="3044295" y="2859481"/>
                </a:cubicBezTo>
                <a:cubicBezTo>
                  <a:pt x="3044295" y="2859481"/>
                  <a:pt x="3044295" y="2859481"/>
                  <a:pt x="2661065" y="2196675"/>
                </a:cubicBezTo>
                <a:cubicBezTo>
                  <a:pt x="2636179" y="2155353"/>
                  <a:pt x="2636179" y="2102461"/>
                  <a:pt x="2661065" y="2061138"/>
                </a:cubicBezTo>
                <a:cubicBezTo>
                  <a:pt x="2661065" y="2061138"/>
                  <a:pt x="2661065" y="2061138"/>
                  <a:pt x="3044295" y="1398332"/>
                </a:cubicBezTo>
                <a:cubicBezTo>
                  <a:pt x="3069180" y="1355357"/>
                  <a:pt x="3113973" y="1328911"/>
                  <a:pt x="3163744" y="1328911"/>
                </a:cubicBezTo>
                <a:close/>
                <a:moveTo>
                  <a:pt x="841327" y="0"/>
                </a:moveTo>
                <a:cubicBezTo>
                  <a:pt x="841327" y="0"/>
                  <a:pt x="841327" y="0"/>
                  <a:pt x="2080896" y="0"/>
                </a:cubicBezTo>
                <a:cubicBezTo>
                  <a:pt x="2158536" y="0"/>
                  <a:pt x="2233499" y="42678"/>
                  <a:pt x="2270981" y="112029"/>
                </a:cubicBezTo>
                <a:cubicBezTo>
                  <a:pt x="2270981" y="112029"/>
                  <a:pt x="2270981" y="112029"/>
                  <a:pt x="2892105" y="1181644"/>
                </a:cubicBezTo>
                <a:cubicBezTo>
                  <a:pt x="2932263" y="1248329"/>
                  <a:pt x="2932263" y="1333683"/>
                  <a:pt x="2892105" y="1400367"/>
                </a:cubicBezTo>
                <a:cubicBezTo>
                  <a:pt x="2892105" y="1400367"/>
                  <a:pt x="2892105" y="1400367"/>
                  <a:pt x="2270981" y="2469983"/>
                </a:cubicBezTo>
                <a:cubicBezTo>
                  <a:pt x="2233499" y="2539334"/>
                  <a:pt x="2158536" y="2582012"/>
                  <a:pt x="2080896" y="2582012"/>
                </a:cubicBezTo>
                <a:cubicBezTo>
                  <a:pt x="2080896" y="2582012"/>
                  <a:pt x="2080896" y="2582012"/>
                  <a:pt x="841327" y="2582012"/>
                </a:cubicBezTo>
                <a:cubicBezTo>
                  <a:pt x="761010" y="2582012"/>
                  <a:pt x="688724" y="2539334"/>
                  <a:pt x="648565" y="2469983"/>
                </a:cubicBezTo>
                <a:cubicBezTo>
                  <a:pt x="648565" y="2469983"/>
                  <a:pt x="648565" y="2469983"/>
                  <a:pt x="30120" y="1400367"/>
                </a:cubicBezTo>
                <a:cubicBezTo>
                  <a:pt x="-10039" y="1333683"/>
                  <a:pt x="-10039" y="1248329"/>
                  <a:pt x="30120" y="1181644"/>
                </a:cubicBezTo>
                <a:cubicBezTo>
                  <a:pt x="30120" y="1181644"/>
                  <a:pt x="30120" y="1181644"/>
                  <a:pt x="648565" y="112029"/>
                </a:cubicBezTo>
                <a:cubicBezTo>
                  <a:pt x="688724" y="42678"/>
                  <a:pt x="761010" y="0"/>
                  <a:pt x="841327" y="0"/>
                </a:cubicBezTo>
                <a:close/>
              </a:path>
            </a:pathLst>
          </a:cu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8EB9C62-554C-D600-1614-5D566661BBC0}"/>
              </a:ext>
            </a:extLst>
          </p:cNvPr>
          <p:cNvSpPr txBox="1"/>
          <p:nvPr/>
        </p:nvSpPr>
        <p:spPr>
          <a:xfrm>
            <a:off x="467190" y="5399890"/>
            <a:ext cx="9359371" cy="7398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295380"/>
                </a:solidFill>
                <a:latin typeface="Nokia Pure Headline Extra Bold" panose="020B0904040602060303" pitchFamily="34" charset="0"/>
                <a:ea typeface="+mj-ea"/>
                <a:cs typeface="+mj-cs"/>
              </a:rPr>
              <a:t>Communication &amp; Brand Equity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CCC3C5-9C3A-0087-C035-71DDE49FC1D3}"/>
              </a:ext>
            </a:extLst>
          </p:cNvPr>
          <p:cNvSpPr txBox="1"/>
          <p:nvPr/>
        </p:nvSpPr>
        <p:spPr>
          <a:xfrm>
            <a:off x="4212841" y="6139770"/>
            <a:ext cx="5613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2A537F"/>
                </a:solidFill>
                <a:latin typeface="Nokia Pure Headline Light" panose="020B0304040602060303" pitchFamily="34" charset="0"/>
              </a:rPr>
              <a:t>How communication builds brand value</a:t>
            </a:r>
          </a:p>
        </p:txBody>
      </p:sp>
    </p:spTree>
    <p:extLst>
      <p:ext uri="{BB962C8B-B14F-4D97-AF65-F5344CB8AC3E}">
        <p14:creationId xmlns:p14="http://schemas.microsoft.com/office/powerpoint/2010/main" val="146196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26CC5-EDC6-30DB-EFCE-26EF04AB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white rectangular object with a black border">
            <a:extLst>
              <a:ext uri="{FF2B5EF4-FFF2-40B4-BE49-F238E27FC236}">
                <a16:creationId xmlns:a16="http://schemas.microsoft.com/office/drawing/2014/main" id="{2508D333-5C77-73F0-97F9-EB6ED9F267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175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EDEEE3-E994-7211-9345-00865B37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9" y="527938"/>
            <a:ext cx="5585749" cy="128929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fontAlgn="base">
              <a:spcAft>
                <a:spcPts val="600"/>
              </a:spcAft>
            </a:pPr>
            <a:r>
              <a:rPr lang="en-US" sz="4800" dirty="0">
                <a:latin typeface="Nokia Pure Headline Extra Bold" panose="020B0904040602060303" pitchFamily="34" charset="0"/>
              </a:rPr>
              <a:t>What is Brand Communication?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B75DD07-07B2-2D1B-52A1-E18540F846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1480" y="2660944"/>
            <a:ext cx="5109645" cy="30822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Integrated Marketing Communications (IMC)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Consistent message across channels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Builds awareness, meaning, and relationships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Tools: advertising, digital, PR, partnerships </a:t>
            </a:r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5C0A8DB3-E209-4EAB-F1C0-A07C3D4AA2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6221" y="224852"/>
            <a:ext cx="1880162" cy="3181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7EAA94-FD5B-301E-70A2-D9CB3DD43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802638" y="-641920"/>
            <a:ext cx="135983" cy="4918299"/>
          </a:xfrm>
          <a:prstGeom prst="rect">
            <a:avLst/>
          </a:prstGeom>
        </p:spPr>
      </p:pic>
      <p:pic>
        <p:nvPicPr>
          <p:cNvPr id="23" name="Picture 22" descr="A diagram of a company">
            <a:extLst>
              <a:ext uri="{FF2B5EF4-FFF2-40B4-BE49-F238E27FC236}">
                <a16:creationId xmlns:a16="http://schemas.microsoft.com/office/drawing/2014/main" id="{26A2362C-6FAD-BBD1-16A1-92DE23B3C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3411" y="767808"/>
            <a:ext cx="5927337" cy="5819076"/>
          </a:xfrm>
          <a:prstGeom prst="rect">
            <a:avLst/>
          </a:prstGeom>
        </p:spPr>
      </p:pic>
      <p:pic>
        <p:nvPicPr>
          <p:cNvPr id="32" name="Picture 31" descr="A yellow oval with arrows pointing to the side">
            <a:extLst>
              <a:ext uri="{FF2B5EF4-FFF2-40B4-BE49-F238E27FC236}">
                <a16:creationId xmlns:a16="http://schemas.microsoft.com/office/drawing/2014/main" id="{C344F708-198D-6F8F-38B2-18EF4EA881F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9477" y="2513414"/>
            <a:ext cx="3722977" cy="1831171"/>
          </a:xfrm>
          <a:prstGeom prst="rect">
            <a:avLst/>
          </a:prstGeom>
        </p:spPr>
      </p:pic>
      <p:pic>
        <p:nvPicPr>
          <p:cNvPr id="34" name="Picture 33" descr="A person with a microphone and glasses&#10;&#10;AI-generated content may be incorrect.">
            <a:extLst>
              <a:ext uri="{FF2B5EF4-FFF2-40B4-BE49-F238E27FC236}">
                <a16:creationId xmlns:a16="http://schemas.microsoft.com/office/drawing/2014/main" id="{61514D20-F5EA-C0B6-3231-45CE604DADB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0741" y="1786916"/>
            <a:ext cx="972470" cy="1289293"/>
          </a:xfrm>
          <a:prstGeom prst="rect">
            <a:avLst/>
          </a:prstGeom>
        </p:spPr>
      </p:pic>
      <p:pic>
        <p:nvPicPr>
          <p:cNvPr id="39" name="Picture 38" descr="A logo of a camera&#10;&#10;AI-generated content may be incorrect.">
            <a:extLst>
              <a:ext uri="{FF2B5EF4-FFF2-40B4-BE49-F238E27FC236}">
                <a16:creationId xmlns:a16="http://schemas.microsoft.com/office/drawing/2014/main" id="{D91D219E-CD6A-BD32-87B2-C4F9D92A935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9268" y="1048704"/>
            <a:ext cx="972470" cy="1301007"/>
          </a:xfrm>
          <a:prstGeom prst="rect">
            <a:avLst/>
          </a:prstGeom>
        </p:spPr>
      </p:pic>
      <p:pic>
        <p:nvPicPr>
          <p:cNvPr id="41" name="Picture 40" descr="A logo of a social media network&#10;&#10;AI-generated content may be incorrect.">
            <a:extLst>
              <a:ext uri="{FF2B5EF4-FFF2-40B4-BE49-F238E27FC236}">
                <a16:creationId xmlns:a16="http://schemas.microsoft.com/office/drawing/2014/main" id="{6A7C78D6-347A-C9C4-71C6-AAAFA7E044D9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9801" y="853422"/>
            <a:ext cx="1250470" cy="1496289"/>
          </a:xfrm>
          <a:prstGeom prst="rect">
            <a:avLst/>
          </a:prstGeom>
        </p:spPr>
      </p:pic>
      <p:pic>
        <p:nvPicPr>
          <p:cNvPr id="43" name="Picture 42" descr="A group of people with speech bubbles&#10;&#10;AI-generated content may be incorrect.">
            <a:extLst>
              <a:ext uri="{FF2B5EF4-FFF2-40B4-BE49-F238E27FC236}">
                <a16:creationId xmlns:a16="http://schemas.microsoft.com/office/drawing/2014/main" id="{E2F0603C-BCF9-683B-5B4F-DB10885FB6E2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903" y="1817230"/>
            <a:ext cx="1239782" cy="1496289"/>
          </a:xfrm>
          <a:prstGeom prst="rect">
            <a:avLst/>
          </a:prstGeom>
        </p:spPr>
      </p:pic>
      <p:pic>
        <p:nvPicPr>
          <p:cNvPr id="45" name="Picture 44" descr="A blue and yellow envelope with a paper in it&#10;&#10;AI-generated content may be incorrect.">
            <a:extLst>
              <a:ext uri="{FF2B5EF4-FFF2-40B4-BE49-F238E27FC236}">
                <a16:creationId xmlns:a16="http://schemas.microsoft.com/office/drawing/2014/main" id="{B966C5CD-25BF-0061-74E3-6BB07C7C02AA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7649" y="4453878"/>
            <a:ext cx="1036660" cy="1289292"/>
          </a:xfrm>
          <a:prstGeom prst="rect">
            <a:avLst/>
          </a:prstGeom>
        </p:spPr>
      </p:pic>
      <p:pic>
        <p:nvPicPr>
          <p:cNvPr id="47" name="Picture 46" descr="A blue globe with black text&#10;&#10;AI-generated content may be incorrect.">
            <a:extLst>
              <a:ext uri="{FF2B5EF4-FFF2-40B4-BE49-F238E27FC236}">
                <a16:creationId xmlns:a16="http://schemas.microsoft.com/office/drawing/2014/main" id="{63FDC7EE-5826-4717-E10A-AA0D10258148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2571" y="4503285"/>
            <a:ext cx="1148112" cy="1190477"/>
          </a:xfrm>
          <a:prstGeom prst="rect">
            <a:avLst/>
          </a:prstGeom>
        </p:spPr>
      </p:pic>
      <p:pic>
        <p:nvPicPr>
          <p:cNvPr id="49" name="Picture 48" descr="A screen shot of a device&#10;&#10;AI-generated content may be incorrect.">
            <a:extLst>
              <a:ext uri="{FF2B5EF4-FFF2-40B4-BE49-F238E27FC236}">
                <a16:creationId xmlns:a16="http://schemas.microsoft.com/office/drawing/2014/main" id="{3D80B1D9-608C-24FE-08F3-AEA755420E8F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1379" y="3688674"/>
            <a:ext cx="1093900" cy="1366202"/>
          </a:xfrm>
          <a:prstGeom prst="rect">
            <a:avLst/>
          </a:prstGeom>
        </p:spPr>
      </p:pic>
      <p:pic>
        <p:nvPicPr>
          <p:cNvPr id="53" name="Picture 52" descr="A blue and yellow paper with a exclamation mark&#10;&#10;AI-generated content may be incorrect.">
            <a:extLst>
              <a:ext uri="{FF2B5EF4-FFF2-40B4-BE49-F238E27FC236}">
                <a16:creationId xmlns:a16="http://schemas.microsoft.com/office/drawing/2014/main" id="{B14C1F68-2EB1-13F3-386E-F42ABF4AB7AC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1800" y="3688674"/>
            <a:ext cx="1022388" cy="128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0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ell phone with a screen">
            <a:extLst>
              <a:ext uri="{FF2B5EF4-FFF2-40B4-BE49-F238E27FC236}">
                <a16:creationId xmlns:a16="http://schemas.microsoft.com/office/drawing/2014/main" id="{F38B8246-87E0-BFA1-39F1-EE79B5272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>
          <a:xfrm>
            <a:off x="-1" y="10"/>
            <a:ext cx="12228129" cy="455102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rgbClr val="295380"/>
                </a:solidFill>
              </a:endParaRPr>
            </a:p>
          </p:txBody>
        </p:sp>
      </p:grpSp>
      <p:pic>
        <p:nvPicPr>
          <p:cNvPr id="21" name="Picture 20" descr="A white background with a circle&#10;&#10;AI-generated content may be incorrect.">
            <a:extLst>
              <a:ext uri="{FF2B5EF4-FFF2-40B4-BE49-F238E27FC236}">
                <a16:creationId xmlns:a16="http://schemas.microsoft.com/office/drawing/2014/main" id="{6F7DDC76-F9A4-B65E-6552-A80EFF589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5264"/>
            <a:ext cx="12245887" cy="2412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88A575-7E1E-2FA8-C36B-060B6690D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09" y="4551038"/>
            <a:ext cx="5021782" cy="15099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D3241"/>
                </a:solidFill>
                <a:latin typeface="Nokia Pure Headline Extra Bold" panose="020B0904040602060303" pitchFamily="34" charset="0"/>
              </a:rPr>
              <a:t>Brand Awareness </a:t>
            </a:r>
            <a:r>
              <a:rPr lang="en-US" sz="4000" dirty="0">
                <a:solidFill>
                  <a:srgbClr val="2D3241"/>
                </a:solidFill>
                <a:latin typeface="Nokia Pure Headline Extra Bold" panose="020B0904040602060303" pitchFamily="34" charset="0"/>
              </a:rPr>
              <a:t>(Salience)</a:t>
            </a:r>
            <a:endParaRPr lang="en-US" dirty="0">
              <a:solidFill>
                <a:srgbClr val="2D3241"/>
              </a:solidFill>
              <a:latin typeface="Nokia Pure Headline Extra Bold" panose="020B09040406020603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985009-4923-EA56-E3B1-EDCC432976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9100" y="4299093"/>
            <a:ext cx="5432385" cy="22008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Campaigns highlight reliability &amp; simplicity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Strong digital presence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Consistent visual identity and tone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Goal: top-of-mind awareness </a:t>
            </a:r>
          </a:p>
        </p:txBody>
      </p:sp>
      <p:pic>
        <p:nvPicPr>
          <p:cNvPr id="23" name="Picture 22" descr="A blue and black logo&#10;&#10;AI-generated content may be incorrect.">
            <a:extLst>
              <a:ext uri="{FF2B5EF4-FFF2-40B4-BE49-F238E27FC236}">
                <a16:creationId xmlns:a16="http://schemas.microsoft.com/office/drawing/2014/main" id="{A48AFA07-63B7-3869-DF04-482957C56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97267" y="858744"/>
            <a:ext cx="1880162" cy="3181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70F285B-95B4-D441-0F11-078B4AE8A6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009025" y="3493601"/>
            <a:ext cx="45719" cy="486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8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0F14822-B1F1-4730-A131-C3416A790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50930" y="3942512"/>
            <a:ext cx="3238728" cy="2915488"/>
          </a:xfrm>
          <a:custGeom>
            <a:avLst/>
            <a:gdLst>
              <a:gd name="connsiteX0" fmla="*/ 1619364 w 3238728"/>
              <a:gd name="connsiteY0" fmla="*/ 0 h 2915488"/>
              <a:gd name="connsiteX1" fmla="*/ 3238728 w 3238728"/>
              <a:gd name="connsiteY1" fmla="*/ 1619364 h 2915488"/>
              <a:gd name="connsiteX2" fmla="*/ 2649430 w 3238728"/>
              <a:gd name="connsiteY2" fmla="*/ 2868944 h 2915488"/>
              <a:gd name="connsiteX3" fmla="*/ 2587188 w 3238728"/>
              <a:gd name="connsiteY3" fmla="*/ 2915488 h 2915488"/>
              <a:gd name="connsiteX4" fmla="*/ 651541 w 3238728"/>
              <a:gd name="connsiteY4" fmla="*/ 2915488 h 2915488"/>
              <a:gd name="connsiteX5" fmla="*/ 589298 w 3238728"/>
              <a:gd name="connsiteY5" fmla="*/ 2868944 h 2915488"/>
              <a:gd name="connsiteX6" fmla="*/ 0 w 3238728"/>
              <a:gd name="connsiteY6" fmla="*/ 1619364 h 2915488"/>
              <a:gd name="connsiteX7" fmla="*/ 1619364 w 3238728"/>
              <a:gd name="connsiteY7" fmla="*/ 0 h 291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8728" h="2915488">
                <a:moveTo>
                  <a:pt x="1619364" y="0"/>
                </a:moveTo>
                <a:cubicBezTo>
                  <a:pt x="2513714" y="0"/>
                  <a:pt x="3238728" y="725014"/>
                  <a:pt x="3238728" y="1619364"/>
                </a:cubicBezTo>
                <a:cubicBezTo>
                  <a:pt x="3238728" y="2122436"/>
                  <a:pt x="3009329" y="2571929"/>
                  <a:pt x="2649430" y="2868944"/>
                </a:cubicBezTo>
                <a:lnTo>
                  <a:pt x="2587188" y="2915488"/>
                </a:lnTo>
                <a:lnTo>
                  <a:pt x="651541" y="2915488"/>
                </a:lnTo>
                <a:lnTo>
                  <a:pt x="589298" y="2868944"/>
                </a:lnTo>
                <a:cubicBezTo>
                  <a:pt x="229399" y="2571929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3F1D6B-3845-4F68-9803-39000080E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54502" cy="4167582"/>
          </a:xfrm>
          <a:custGeom>
            <a:avLst/>
            <a:gdLst>
              <a:gd name="connsiteX0" fmla="*/ 1209514 w 4154502"/>
              <a:gd name="connsiteY0" fmla="*/ 0 h 4167582"/>
              <a:gd name="connsiteX1" fmla="*/ 2782034 w 4154502"/>
              <a:gd name="connsiteY1" fmla="*/ 0 h 4167582"/>
              <a:gd name="connsiteX2" fmla="*/ 2836049 w 4154502"/>
              <a:gd name="connsiteY2" fmla="*/ 19770 h 4167582"/>
              <a:gd name="connsiteX3" fmla="*/ 4154502 w 4154502"/>
              <a:gd name="connsiteY3" fmla="*/ 2008854 h 4167582"/>
              <a:gd name="connsiteX4" fmla="*/ 1995774 w 4154502"/>
              <a:gd name="connsiteY4" fmla="*/ 4167582 h 4167582"/>
              <a:gd name="connsiteX5" fmla="*/ 6690 w 4154502"/>
              <a:gd name="connsiteY5" fmla="*/ 2849129 h 4167582"/>
              <a:gd name="connsiteX6" fmla="*/ 0 w 4154502"/>
              <a:gd name="connsiteY6" fmla="*/ 2830852 h 4167582"/>
              <a:gd name="connsiteX7" fmla="*/ 0 w 4154502"/>
              <a:gd name="connsiteY7" fmla="*/ 1186857 h 4167582"/>
              <a:gd name="connsiteX8" fmla="*/ 6690 w 4154502"/>
              <a:gd name="connsiteY8" fmla="*/ 1168580 h 4167582"/>
              <a:gd name="connsiteX9" fmla="*/ 1155500 w 4154502"/>
              <a:gd name="connsiteY9" fmla="*/ 19770 h 416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4502" h="4167582">
                <a:moveTo>
                  <a:pt x="1209514" y="0"/>
                </a:moveTo>
                <a:lnTo>
                  <a:pt x="2782034" y="0"/>
                </a:lnTo>
                <a:lnTo>
                  <a:pt x="2836049" y="19770"/>
                </a:lnTo>
                <a:cubicBezTo>
                  <a:pt x="3610849" y="347482"/>
                  <a:pt x="4154502" y="1114679"/>
                  <a:pt x="4154502" y="2008854"/>
                </a:cubicBezTo>
                <a:cubicBezTo>
                  <a:pt x="4154502" y="3201087"/>
                  <a:pt x="3188007" y="4167582"/>
                  <a:pt x="1995774" y="4167582"/>
                </a:cubicBezTo>
                <a:cubicBezTo>
                  <a:pt x="1101599" y="4167582"/>
                  <a:pt x="334402" y="3623929"/>
                  <a:pt x="6690" y="2849129"/>
                </a:cubicBezTo>
                <a:lnTo>
                  <a:pt x="0" y="2830852"/>
                </a:lnTo>
                <a:lnTo>
                  <a:pt x="0" y="1186857"/>
                </a:lnTo>
                <a:lnTo>
                  <a:pt x="6690" y="1168580"/>
                </a:lnTo>
                <a:cubicBezTo>
                  <a:pt x="225165" y="652046"/>
                  <a:pt x="638966" y="238245"/>
                  <a:pt x="1155500" y="1977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8" descr="A diagram of a positive value">
            <a:extLst>
              <a:ext uri="{FF2B5EF4-FFF2-40B4-BE49-F238E27FC236}">
                <a16:creationId xmlns:a16="http://schemas.microsoft.com/office/drawing/2014/main" id="{BB5F54C2-E801-971F-BA14-B4323CBCD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" y="10"/>
            <a:ext cx="4317456" cy="4167571"/>
          </a:xfrm>
          <a:custGeom>
            <a:avLst/>
            <a:gdLst/>
            <a:ahLst/>
            <a:cxnLst/>
            <a:rect l="l" t="t" r="r" b="b"/>
            <a:pathLst>
              <a:path w="4317456" h="4167581">
                <a:moveTo>
                  <a:pt x="1372466" y="0"/>
                </a:moveTo>
                <a:lnTo>
                  <a:pt x="2944990" y="0"/>
                </a:lnTo>
                <a:lnTo>
                  <a:pt x="2999002" y="19769"/>
                </a:lnTo>
                <a:cubicBezTo>
                  <a:pt x="3773802" y="347482"/>
                  <a:pt x="4317456" y="1114680"/>
                  <a:pt x="4317456" y="2008853"/>
                </a:cubicBezTo>
                <a:cubicBezTo>
                  <a:pt x="4317456" y="3201085"/>
                  <a:pt x="3350960" y="4167581"/>
                  <a:pt x="2158728" y="4167581"/>
                </a:cubicBezTo>
                <a:cubicBezTo>
                  <a:pt x="966497" y="4167581"/>
                  <a:pt x="0" y="3201085"/>
                  <a:pt x="0" y="2008853"/>
                </a:cubicBezTo>
                <a:cubicBezTo>
                  <a:pt x="0" y="1114680"/>
                  <a:pt x="543654" y="347482"/>
                  <a:pt x="1318454" y="19769"/>
                </a:cubicBezTo>
                <a:close/>
              </a:path>
            </a:pathLst>
          </a:custGeom>
        </p:spPr>
      </p:pic>
      <p:pic>
        <p:nvPicPr>
          <p:cNvPr id="5" name="Picture 4" descr="A close up of a cell phone">
            <a:extLst>
              <a:ext uri="{FF2B5EF4-FFF2-40B4-BE49-F238E27FC236}">
                <a16:creationId xmlns:a16="http://schemas.microsoft.com/office/drawing/2014/main" id="{5EBBBDB9-C6F4-8420-46B9-97F515559F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6107" y="3563396"/>
            <a:ext cx="3676805" cy="3309844"/>
          </a:xfrm>
          <a:custGeom>
            <a:avLst/>
            <a:gdLst/>
            <a:ahLst/>
            <a:cxnLst/>
            <a:rect l="l" t="t" r="r" b="b"/>
            <a:pathLst>
              <a:path w="3238727" h="2915488">
                <a:moveTo>
                  <a:pt x="1619364" y="0"/>
                </a:moveTo>
                <a:cubicBezTo>
                  <a:pt x="2513714" y="0"/>
                  <a:pt x="3238727" y="725014"/>
                  <a:pt x="3238727" y="1619364"/>
                </a:cubicBezTo>
                <a:cubicBezTo>
                  <a:pt x="3238727" y="2122436"/>
                  <a:pt x="3009328" y="2571928"/>
                  <a:pt x="2649429" y="2868943"/>
                </a:cubicBezTo>
                <a:lnTo>
                  <a:pt x="2587186" y="2915488"/>
                </a:lnTo>
                <a:lnTo>
                  <a:pt x="651541" y="2915488"/>
                </a:lnTo>
                <a:lnTo>
                  <a:pt x="589298" y="2868943"/>
                </a:lnTo>
                <a:cubicBezTo>
                  <a:pt x="229399" y="2571928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6C6FA52-B664-419A-A212-125E5057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825" y="1771652"/>
            <a:ext cx="3486643" cy="2754874"/>
            <a:chOff x="1303825" y="1771652"/>
            <a:chExt cx="3486643" cy="2754874"/>
          </a:xfrm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18953" y="17716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04045" y="3208746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1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825" y="4368981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EDDB87-C635-2C9F-6642-8A92B49B5018}"/>
              </a:ext>
            </a:extLst>
          </p:cNvPr>
          <p:cNvSpPr txBox="1"/>
          <p:nvPr/>
        </p:nvSpPr>
        <p:spPr>
          <a:xfrm>
            <a:off x="5209811" y="452781"/>
            <a:ext cx="6562845" cy="1534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</a:pPr>
            <a:r>
              <a:rPr lang="en-US" sz="4400" dirty="0">
                <a:latin typeface="Nokia Pure Headline Extra Bold" panose="020B0904040602060303" pitchFamily="34" charset="0"/>
                <a:ea typeface="+mj-ea"/>
                <a:cs typeface="+mj-cs"/>
              </a:rPr>
              <a:t>Brand Meaning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</a:pPr>
            <a:r>
              <a:rPr lang="en-US" sz="3300" dirty="0">
                <a:latin typeface="Nokia Pure Headline Extra Bold" panose="020B0904040602060303" pitchFamily="34" charset="0"/>
                <a:ea typeface="+mj-ea"/>
                <a:cs typeface="+mj-cs"/>
              </a:rPr>
              <a:t>(Performance &amp; Imagery)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F666A6-D401-8FE8-E296-056DFB81E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811" y="1997648"/>
            <a:ext cx="6562845" cy="8457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670267-90B4-1BC1-C447-BD93D731035D}"/>
              </a:ext>
            </a:extLst>
          </p:cNvPr>
          <p:cNvSpPr/>
          <p:nvPr/>
        </p:nvSpPr>
        <p:spPr>
          <a:xfrm>
            <a:off x="6175540" y="2631192"/>
            <a:ext cx="5246000" cy="77906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 descr="Empty Battery">
            <a:extLst>
              <a:ext uri="{FF2B5EF4-FFF2-40B4-BE49-F238E27FC236}">
                <a16:creationId xmlns:a16="http://schemas.microsoft.com/office/drawing/2014/main" id="{8F1D8E1D-8F7D-C082-0C60-114C1CDDBDFF}"/>
              </a:ext>
            </a:extLst>
          </p:cNvPr>
          <p:cNvSpPr/>
          <p:nvPr/>
        </p:nvSpPr>
        <p:spPr>
          <a:xfrm>
            <a:off x="6258236" y="2623426"/>
            <a:ext cx="731188" cy="731188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C2F621-FA1F-1208-DC46-CD2A0649EFDA}"/>
              </a:ext>
            </a:extLst>
          </p:cNvPr>
          <p:cNvGrpSpPr/>
          <p:nvPr/>
        </p:nvGrpSpPr>
        <p:grpSpPr>
          <a:xfrm>
            <a:off x="7102902" y="2599488"/>
            <a:ext cx="4287855" cy="798727"/>
            <a:chOff x="928981" y="461"/>
            <a:chExt cx="4287855" cy="79872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6FC6A32-B9CB-ECCE-1E48-542F59FDCF36}"/>
                </a:ext>
              </a:extLst>
            </p:cNvPr>
            <p:cNvSpPr/>
            <p:nvPr/>
          </p:nvSpPr>
          <p:spPr>
            <a:xfrm>
              <a:off x="928981" y="461"/>
              <a:ext cx="4287855" cy="77906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6C53E68-280D-CA6D-4B97-108E42AAA714}"/>
                </a:ext>
              </a:extLst>
            </p:cNvPr>
            <p:cNvSpPr txBox="1"/>
            <p:nvPr/>
          </p:nvSpPr>
          <p:spPr>
            <a:xfrm>
              <a:off x="928981" y="20125"/>
              <a:ext cx="4287855" cy="7790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451" tIns="82451" rIns="82451" bIns="82451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4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Nokia Sans S60" pitchFamily="2" charset="-128"/>
                  <a:ea typeface="Nokia Sans S60" pitchFamily="2" charset="-128"/>
                  <a:cs typeface="Nokia Sans S60" pitchFamily="2" charset="-128"/>
                </a:rPr>
                <a:t>Performance: durability, battery life, usability</a:t>
              </a:r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85ED3D5-8B84-6E78-58D6-1C9BA670B7E6}"/>
              </a:ext>
            </a:extLst>
          </p:cNvPr>
          <p:cNvSpPr/>
          <p:nvPr/>
        </p:nvSpPr>
        <p:spPr>
          <a:xfrm>
            <a:off x="6197958" y="3622650"/>
            <a:ext cx="5246000" cy="77906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 descr="Sunset scene">
            <a:extLst>
              <a:ext uri="{FF2B5EF4-FFF2-40B4-BE49-F238E27FC236}">
                <a16:creationId xmlns:a16="http://schemas.microsoft.com/office/drawing/2014/main" id="{E53C1A9B-988A-9600-A153-28BC1451A78A}"/>
              </a:ext>
            </a:extLst>
          </p:cNvPr>
          <p:cNvSpPr/>
          <p:nvPr/>
        </p:nvSpPr>
        <p:spPr>
          <a:xfrm>
            <a:off x="6283466" y="3647781"/>
            <a:ext cx="728801" cy="728801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2199979"/>
              <a:satOff val="-9734"/>
              <a:lumOff val="-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278BD6-2631-F322-5E43-1D994166148E}"/>
              </a:ext>
            </a:extLst>
          </p:cNvPr>
          <p:cNvGrpSpPr/>
          <p:nvPr/>
        </p:nvGrpSpPr>
        <p:grpSpPr>
          <a:xfrm>
            <a:off x="7097776" y="3622650"/>
            <a:ext cx="4346181" cy="779063"/>
            <a:chOff x="899818" y="974291"/>
            <a:chExt cx="4346181" cy="7790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CC29F69-F32C-5492-4AF0-69ADD380947D}"/>
                </a:ext>
              </a:extLst>
            </p:cNvPr>
            <p:cNvSpPr/>
            <p:nvPr/>
          </p:nvSpPr>
          <p:spPr>
            <a:xfrm>
              <a:off x="899818" y="974291"/>
              <a:ext cx="4346181" cy="77906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0325BC5-D8E3-A474-F48F-28FB499AA025}"/>
                </a:ext>
              </a:extLst>
            </p:cNvPr>
            <p:cNvSpPr txBox="1"/>
            <p:nvPr/>
          </p:nvSpPr>
          <p:spPr>
            <a:xfrm>
              <a:off x="899818" y="974291"/>
              <a:ext cx="4346181" cy="7790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451" tIns="82451" rIns="82451" bIns="82451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Nokia Sans S60" pitchFamily="2" charset="-128"/>
                  <a:ea typeface="Nokia Sans S60" pitchFamily="2" charset="-128"/>
                  <a:cs typeface="Nokia Sans S60" pitchFamily="2" charset="-128"/>
                </a:rPr>
                <a:t>Imagery: trust, nostalgia, “human connection”</a:t>
              </a:r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4EC3135-5F66-847D-1281-E4A10D0C52CB}"/>
              </a:ext>
            </a:extLst>
          </p:cNvPr>
          <p:cNvSpPr/>
          <p:nvPr/>
        </p:nvSpPr>
        <p:spPr>
          <a:xfrm>
            <a:off x="6226536" y="4600658"/>
            <a:ext cx="5246000" cy="77906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 descr="Social Network">
            <a:extLst>
              <a:ext uri="{FF2B5EF4-FFF2-40B4-BE49-F238E27FC236}">
                <a16:creationId xmlns:a16="http://schemas.microsoft.com/office/drawing/2014/main" id="{30245C3D-DD28-F040-7AAC-4AC7807CD758}"/>
              </a:ext>
            </a:extLst>
          </p:cNvPr>
          <p:cNvSpPr/>
          <p:nvPr/>
        </p:nvSpPr>
        <p:spPr>
          <a:xfrm>
            <a:off x="6296079" y="4609824"/>
            <a:ext cx="760732" cy="760732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4399958"/>
              <a:satOff val="-19468"/>
              <a:lumOff val="-3269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C05396-A415-0E69-37DF-6F889A8D10CC}"/>
              </a:ext>
            </a:extLst>
          </p:cNvPr>
          <p:cNvGrpSpPr/>
          <p:nvPr/>
        </p:nvGrpSpPr>
        <p:grpSpPr>
          <a:xfrm>
            <a:off x="7126354" y="4600658"/>
            <a:ext cx="4346181" cy="779063"/>
            <a:chOff x="899818" y="1948121"/>
            <a:chExt cx="4346181" cy="77906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2758E19-867A-1CC7-EAB1-F4FC4D6EF4E8}"/>
                </a:ext>
              </a:extLst>
            </p:cNvPr>
            <p:cNvSpPr/>
            <p:nvPr/>
          </p:nvSpPr>
          <p:spPr>
            <a:xfrm>
              <a:off x="899818" y="1948121"/>
              <a:ext cx="4346181" cy="77906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7D1EF72-8F6E-0FC2-5D29-F20D628874F8}"/>
                </a:ext>
              </a:extLst>
            </p:cNvPr>
            <p:cNvSpPr txBox="1"/>
            <p:nvPr/>
          </p:nvSpPr>
          <p:spPr>
            <a:xfrm>
              <a:off x="899818" y="1948121"/>
              <a:ext cx="4346181" cy="7790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451" tIns="82451" rIns="82451" bIns="82451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Nokia Sans S60" pitchFamily="2" charset="-128"/>
                  <a:ea typeface="Nokia Sans S60" pitchFamily="2" charset="-128"/>
                  <a:cs typeface="Nokia Sans S60" pitchFamily="2" charset="-128"/>
                </a:rPr>
                <a:t>Tagline: “Connecting People”</a:t>
              </a:r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6DE5C37-973B-5B15-8F72-DF819EED29B0}"/>
              </a:ext>
            </a:extLst>
          </p:cNvPr>
          <p:cNvSpPr/>
          <p:nvPr/>
        </p:nvSpPr>
        <p:spPr>
          <a:xfrm>
            <a:off x="6226537" y="5609475"/>
            <a:ext cx="5246000" cy="77906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 descr="Chat">
            <a:extLst>
              <a:ext uri="{FF2B5EF4-FFF2-40B4-BE49-F238E27FC236}">
                <a16:creationId xmlns:a16="http://schemas.microsoft.com/office/drawing/2014/main" id="{DAA20777-301B-D755-EB16-63D7A0678CDC}"/>
              </a:ext>
            </a:extLst>
          </p:cNvPr>
          <p:cNvSpPr/>
          <p:nvPr/>
        </p:nvSpPr>
        <p:spPr>
          <a:xfrm>
            <a:off x="6270233" y="5592795"/>
            <a:ext cx="812424" cy="812424"/>
          </a:xfrm>
          <a:prstGeom prst="rect">
            <a:avLst/>
          </a:prstGeom>
          <a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6599937"/>
              <a:satOff val="-29202"/>
              <a:lumOff val="-4903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FD16DA0-3389-C207-1C81-328078E52D84}"/>
              </a:ext>
            </a:extLst>
          </p:cNvPr>
          <p:cNvGrpSpPr/>
          <p:nvPr/>
        </p:nvGrpSpPr>
        <p:grpSpPr>
          <a:xfrm>
            <a:off x="7126355" y="5609475"/>
            <a:ext cx="4346181" cy="779063"/>
            <a:chOff x="899818" y="2938631"/>
            <a:chExt cx="4346181" cy="7790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6F8EDB7-AB38-2CDC-5BFC-1D5341B41881}"/>
                </a:ext>
              </a:extLst>
            </p:cNvPr>
            <p:cNvSpPr/>
            <p:nvPr/>
          </p:nvSpPr>
          <p:spPr>
            <a:xfrm>
              <a:off x="899818" y="2938631"/>
              <a:ext cx="4346181" cy="77906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919CA0-296E-A8CF-A3A5-99D22C4836C1}"/>
                </a:ext>
              </a:extLst>
            </p:cNvPr>
            <p:cNvSpPr txBox="1"/>
            <p:nvPr/>
          </p:nvSpPr>
          <p:spPr>
            <a:xfrm>
              <a:off x="899818" y="2938631"/>
              <a:ext cx="4346181" cy="7790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451" tIns="82451" rIns="82451" bIns="82451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Nokia Sans S60" pitchFamily="2" charset="-128"/>
                  <a:ea typeface="Nokia Sans S60" pitchFamily="2" charset="-128"/>
                  <a:cs typeface="Nokia Sans S60" pitchFamily="2" charset="-128"/>
                </a:rPr>
                <a:t>Product storytelling</a:t>
              </a:r>
            </a:p>
          </p:txBody>
        </p:sp>
      </p:grpSp>
      <p:pic>
        <p:nvPicPr>
          <p:cNvPr id="51" name="Picture 50" descr="A blue and black logo&#10;&#10;AI-generated content may be incorrect.">
            <a:extLst>
              <a:ext uri="{FF2B5EF4-FFF2-40B4-BE49-F238E27FC236}">
                <a16:creationId xmlns:a16="http://schemas.microsoft.com/office/drawing/2014/main" id="{2A79CF5C-E97C-636C-57F2-F43F359D354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97267" y="858744"/>
            <a:ext cx="1880162" cy="3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5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32" grpId="0" animBg="1"/>
      <p:bldP spid="33" grpId="0" animBg="1"/>
      <p:bldP spid="37" grpId="0" animBg="1"/>
      <p:bldP spid="38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D85B6A-FF18-4EFD-BD23-77FDE89EC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"/>
            <a:ext cx="12188952" cy="68579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AAB596-4870-4D7C-9F51-06F1F736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1A8BC-833E-1D32-8F87-93BB1655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694" y="4462668"/>
            <a:ext cx="4175904" cy="1905226"/>
          </a:xfrm>
        </p:spPr>
        <p:txBody>
          <a:bodyPr>
            <a:normAutofit/>
          </a:bodyPr>
          <a:lstStyle/>
          <a:p>
            <a:pPr algn="ctr"/>
            <a:r>
              <a:rPr lang="en-US" sz="3700" dirty="0">
                <a:latin typeface="Nokia Pure Headline Extra Bold" panose="020B0904040602060303" pitchFamily="34" charset="0"/>
              </a:rPr>
              <a:t>Brand Response </a:t>
            </a:r>
            <a:r>
              <a:rPr lang="en-US" sz="2800" dirty="0">
                <a:latin typeface="Nokia Pure Headline Extra Bold" panose="020B0904040602060303" pitchFamily="34" charset="0"/>
              </a:rPr>
              <a:t>(Judgments &amp; Feelings)</a:t>
            </a:r>
            <a:endParaRPr lang="en-US" sz="3700" dirty="0">
              <a:latin typeface="Nokia Pure Headline Extra Bold" panose="020B0904040602060303" pitchFamily="34" charset="0"/>
            </a:endParaRPr>
          </a:p>
        </p:txBody>
      </p:sp>
      <p:pic>
        <p:nvPicPr>
          <p:cNvPr id="7" name="Picture 6" descr="A group of colorful cell phones&#10;&#10;AI-generated content may be incorrect.">
            <a:extLst>
              <a:ext uri="{FF2B5EF4-FFF2-40B4-BE49-F238E27FC236}">
                <a16:creationId xmlns:a16="http://schemas.microsoft.com/office/drawing/2014/main" id="{AC7403EB-A79E-8C9A-6555-93E261E99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9"/>
            <a:ext cx="4048364" cy="3680739"/>
          </a:xfrm>
          <a:custGeom>
            <a:avLst/>
            <a:gdLst/>
            <a:ahLst/>
            <a:cxnLst/>
            <a:rect l="l" t="t" r="r" b="b"/>
            <a:pathLst>
              <a:path w="4048364" h="3385738">
                <a:moveTo>
                  <a:pt x="0" y="0"/>
                </a:moveTo>
                <a:lnTo>
                  <a:pt x="4048364" y="0"/>
                </a:lnTo>
                <a:lnTo>
                  <a:pt x="4048364" y="3128862"/>
                </a:lnTo>
                <a:lnTo>
                  <a:pt x="4028354" y="3127605"/>
                </a:lnTo>
                <a:lnTo>
                  <a:pt x="4027052" y="3128074"/>
                </a:lnTo>
                <a:cubicBezTo>
                  <a:pt x="4021308" y="3129081"/>
                  <a:pt x="4017789" y="3128835"/>
                  <a:pt x="4015263" y="3128035"/>
                </a:cubicBezTo>
                <a:lnTo>
                  <a:pt x="4012855" y="3126647"/>
                </a:lnTo>
                <a:cubicBezTo>
                  <a:pt x="4010177" y="3126494"/>
                  <a:pt x="4007499" y="3126340"/>
                  <a:pt x="4004821" y="3126187"/>
                </a:cubicBezTo>
                <a:lnTo>
                  <a:pt x="3989141" y="3124118"/>
                </a:lnTo>
                <a:lnTo>
                  <a:pt x="3986071" y="3124823"/>
                </a:lnTo>
                <a:cubicBezTo>
                  <a:pt x="3978117" y="3124349"/>
                  <a:pt x="3970163" y="3123876"/>
                  <a:pt x="3962210" y="3123402"/>
                </a:cubicBezTo>
                <a:lnTo>
                  <a:pt x="3961815" y="3123900"/>
                </a:lnTo>
                <a:cubicBezTo>
                  <a:pt x="3960390" y="3124987"/>
                  <a:pt x="3958310" y="3125727"/>
                  <a:pt x="3954808" y="3125765"/>
                </a:cubicBezTo>
                <a:cubicBezTo>
                  <a:pt x="3959236" y="3133302"/>
                  <a:pt x="3952279" y="3128699"/>
                  <a:pt x="3941561" y="3128145"/>
                </a:cubicBezTo>
                <a:cubicBezTo>
                  <a:pt x="3946046" y="3139728"/>
                  <a:pt x="3916172" y="3133567"/>
                  <a:pt x="3910218" y="3140049"/>
                </a:cubicBezTo>
                <a:cubicBezTo>
                  <a:pt x="3902241" y="3139380"/>
                  <a:pt x="3893889" y="3138886"/>
                  <a:pt x="3885332" y="3138624"/>
                </a:cubicBezTo>
                <a:cubicBezTo>
                  <a:pt x="3883646" y="3138622"/>
                  <a:pt x="3881962" y="3138621"/>
                  <a:pt x="3880277" y="3138620"/>
                </a:cubicBezTo>
                <a:lnTo>
                  <a:pt x="3880157" y="3138737"/>
                </a:lnTo>
                <a:cubicBezTo>
                  <a:pt x="3879018" y="3138984"/>
                  <a:pt x="3877339" y="3139076"/>
                  <a:pt x="3874788" y="3138963"/>
                </a:cubicBezTo>
                <a:cubicBezTo>
                  <a:pt x="3873545" y="3138846"/>
                  <a:pt x="3872302" y="3138728"/>
                  <a:pt x="3871060" y="3138611"/>
                </a:cubicBezTo>
                <a:cubicBezTo>
                  <a:pt x="3867792" y="3138609"/>
                  <a:pt x="3864523" y="3138606"/>
                  <a:pt x="3861255" y="3138604"/>
                </a:cubicBezTo>
                <a:lnTo>
                  <a:pt x="3857750" y="3139376"/>
                </a:lnTo>
                <a:cubicBezTo>
                  <a:pt x="3846075" y="3144353"/>
                  <a:pt x="3854999" y="3159606"/>
                  <a:pt x="3830684" y="3154005"/>
                </a:cubicBezTo>
                <a:cubicBezTo>
                  <a:pt x="3806135" y="3158310"/>
                  <a:pt x="3796087" y="3168731"/>
                  <a:pt x="3769301" y="3167144"/>
                </a:cubicBezTo>
                <a:cubicBezTo>
                  <a:pt x="3746341" y="3171207"/>
                  <a:pt x="3728802" y="3177834"/>
                  <a:pt x="3707507" y="3178801"/>
                </a:cubicBezTo>
                <a:cubicBezTo>
                  <a:pt x="3701485" y="3182680"/>
                  <a:pt x="3694773" y="3184962"/>
                  <a:pt x="3684642" y="3182365"/>
                </a:cubicBezTo>
                <a:cubicBezTo>
                  <a:pt x="3664039" y="3187250"/>
                  <a:pt x="3662921" y="3193571"/>
                  <a:pt x="3646059" y="3191612"/>
                </a:cubicBezTo>
                <a:cubicBezTo>
                  <a:pt x="3640580" y="3202449"/>
                  <a:pt x="3637332" y="3199208"/>
                  <a:pt x="3629738" y="3197639"/>
                </a:cubicBezTo>
                <a:cubicBezTo>
                  <a:pt x="3629422" y="3197624"/>
                  <a:pt x="3629107" y="3197610"/>
                  <a:pt x="3628792" y="3197595"/>
                </a:cubicBezTo>
                <a:lnTo>
                  <a:pt x="3628083" y="3199132"/>
                </a:lnTo>
                <a:lnTo>
                  <a:pt x="3625096" y="3200289"/>
                </a:lnTo>
                <a:lnTo>
                  <a:pt x="3615459" y="3201481"/>
                </a:lnTo>
                <a:lnTo>
                  <a:pt x="3611591" y="3201604"/>
                </a:lnTo>
                <a:cubicBezTo>
                  <a:pt x="3609016" y="3201810"/>
                  <a:pt x="3607422" y="3202103"/>
                  <a:pt x="3606451" y="3202476"/>
                </a:cubicBezTo>
                <a:cubicBezTo>
                  <a:pt x="3606434" y="3202517"/>
                  <a:pt x="3606416" y="3202558"/>
                  <a:pt x="3606400" y="3202600"/>
                </a:cubicBezTo>
                <a:lnTo>
                  <a:pt x="3601432" y="3203215"/>
                </a:lnTo>
                <a:cubicBezTo>
                  <a:pt x="3592873" y="3204015"/>
                  <a:pt x="3584373" y="3204569"/>
                  <a:pt x="3576144" y="3204914"/>
                </a:cubicBezTo>
                <a:cubicBezTo>
                  <a:pt x="3574128" y="3211763"/>
                  <a:pt x="3541136" y="3209599"/>
                  <a:pt x="3552393" y="3219987"/>
                </a:cubicBezTo>
                <a:cubicBezTo>
                  <a:pt x="3541534" y="3220777"/>
                  <a:pt x="3531979" y="3217280"/>
                  <a:pt x="3540787" y="3223856"/>
                </a:cubicBezTo>
                <a:cubicBezTo>
                  <a:pt x="3537368" y="3224320"/>
                  <a:pt x="3535763" y="3225273"/>
                  <a:pt x="3535004" y="3226474"/>
                </a:cubicBezTo>
                <a:lnTo>
                  <a:pt x="3534913" y="3226993"/>
                </a:lnTo>
                <a:lnTo>
                  <a:pt x="3510631" y="3228569"/>
                </a:lnTo>
                <a:lnTo>
                  <a:pt x="3508032" y="3229611"/>
                </a:lnTo>
                <a:cubicBezTo>
                  <a:pt x="3502489" y="3229598"/>
                  <a:pt x="3496946" y="3217293"/>
                  <a:pt x="3491403" y="3217280"/>
                </a:cubicBezTo>
                <a:lnTo>
                  <a:pt x="3483240" y="3230123"/>
                </a:lnTo>
                <a:lnTo>
                  <a:pt x="3480053" y="3229107"/>
                </a:lnTo>
                <a:cubicBezTo>
                  <a:pt x="3477098" y="3228661"/>
                  <a:pt x="3473497" y="3228859"/>
                  <a:pt x="3468451" y="3230512"/>
                </a:cubicBezTo>
                <a:lnTo>
                  <a:pt x="3467451" y="3231115"/>
                </a:lnTo>
                <a:cubicBezTo>
                  <a:pt x="3463724" y="3230736"/>
                  <a:pt x="3465319" y="3225693"/>
                  <a:pt x="3446095" y="3228240"/>
                </a:cubicBezTo>
                <a:cubicBezTo>
                  <a:pt x="3420782" y="3241826"/>
                  <a:pt x="3385281" y="3239224"/>
                  <a:pt x="3352101" y="3246398"/>
                </a:cubicBezTo>
                <a:cubicBezTo>
                  <a:pt x="3308926" y="3245374"/>
                  <a:pt x="3300141" y="3236748"/>
                  <a:pt x="3271822" y="3247544"/>
                </a:cubicBezTo>
                <a:cubicBezTo>
                  <a:pt x="3258345" y="3251268"/>
                  <a:pt x="3238074" y="3249030"/>
                  <a:pt x="3203831" y="3257844"/>
                </a:cubicBezTo>
                <a:cubicBezTo>
                  <a:pt x="3171582" y="3264392"/>
                  <a:pt x="3141884" y="3266922"/>
                  <a:pt x="3112954" y="3273149"/>
                </a:cubicBezTo>
                <a:cubicBezTo>
                  <a:pt x="3078476" y="3279234"/>
                  <a:pt x="3086597" y="3279502"/>
                  <a:pt x="3066210" y="3283409"/>
                </a:cubicBezTo>
                <a:cubicBezTo>
                  <a:pt x="3062644" y="3284830"/>
                  <a:pt x="3028337" y="3292032"/>
                  <a:pt x="3025254" y="3293851"/>
                </a:cubicBezTo>
                <a:cubicBezTo>
                  <a:pt x="3006685" y="3298201"/>
                  <a:pt x="2983512" y="3305242"/>
                  <a:pt x="2954798" y="3309512"/>
                </a:cubicBezTo>
                <a:cubicBezTo>
                  <a:pt x="2932037" y="3306567"/>
                  <a:pt x="2909137" y="3323699"/>
                  <a:pt x="2880670" y="3319465"/>
                </a:cubicBezTo>
                <a:cubicBezTo>
                  <a:pt x="2870569" y="3318853"/>
                  <a:pt x="2841559" y="3322739"/>
                  <a:pt x="2837450" y="3326994"/>
                </a:cubicBezTo>
                <a:cubicBezTo>
                  <a:pt x="2831684" y="3328529"/>
                  <a:pt x="2824114" y="3328158"/>
                  <a:pt x="2822806" y="3332324"/>
                </a:cubicBezTo>
                <a:cubicBezTo>
                  <a:pt x="2819977" y="3337498"/>
                  <a:pt x="2796022" y="3333071"/>
                  <a:pt x="2801164" y="3338109"/>
                </a:cubicBezTo>
                <a:cubicBezTo>
                  <a:pt x="2784223" y="3335142"/>
                  <a:pt x="2776048" y="3346261"/>
                  <a:pt x="2764344" y="3350228"/>
                </a:cubicBezTo>
                <a:cubicBezTo>
                  <a:pt x="2757478" y="3348562"/>
                  <a:pt x="2751292" y="3350631"/>
                  <a:pt x="2743431" y="3353702"/>
                </a:cubicBezTo>
                <a:lnTo>
                  <a:pt x="2732627" y="3357764"/>
                </a:lnTo>
                <a:cubicBezTo>
                  <a:pt x="2730974" y="3357887"/>
                  <a:pt x="2729319" y="3358011"/>
                  <a:pt x="2727665" y="3358134"/>
                </a:cubicBezTo>
                <a:cubicBezTo>
                  <a:pt x="2718835" y="3359036"/>
                  <a:pt x="2689731" y="3362522"/>
                  <a:pt x="2679642" y="3363177"/>
                </a:cubicBezTo>
                <a:lnTo>
                  <a:pt x="2667138" y="3362068"/>
                </a:lnTo>
                <a:cubicBezTo>
                  <a:pt x="2663221" y="3362857"/>
                  <a:pt x="2659468" y="3367183"/>
                  <a:pt x="2656143" y="3367913"/>
                </a:cubicBezTo>
                <a:lnTo>
                  <a:pt x="2647194" y="3366448"/>
                </a:lnTo>
                <a:cubicBezTo>
                  <a:pt x="2648133" y="3370674"/>
                  <a:pt x="2637589" y="3367195"/>
                  <a:pt x="2629621" y="3367085"/>
                </a:cubicBezTo>
                <a:cubicBezTo>
                  <a:pt x="2613302" y="3367205"/>
                  <a:pt x="2596982" y="3367324"/>
                  <a:pt x="2580663" y="3367443"/>
                </a:cubicBezTo>
                <a:lnTo>
                  <a:pt x="2550440" y="3369943"/>
                </a:lnTo>
                <a:lnTo>
                  <a:pt x="2541181" y="3368444"/>
                </a:lnTo>
                <a:cubicBezTo>
                  <a:pt x="2521017" y="3368085"/>
                  <a:pt x="2498723" y="3374020"/>
                  <a:pt x="2484405" y="3369178"/>
                </a:cubicBezTo>
                <a:cubicBezTo>
                  <a:pt x="2478585" y="3368607"/>
                  <a:pt x="2473319" y="3368738"/>
                  <a:pt x="2468424" y="3369303"/>
                </a:cubicBezTo>
                <a:lnTo>
                  <a:pt x="2455357" y="3371902"/>
                </a:lnTo>
                <a:lnTo>
                  <a:pt x="2429477" y="3378972"/>
                </a:lnTo>
                <a:cubicBezTo>
                  <a:pt x="2428170" y="3366751"/>
                  <a:pt x="2368370" y="3383654"/>
                  <a:pt x="2374910" y="3372826"/>
                </a:cubicBezTo>
                <a:cubicBezTo>
                  <a:pt x="2351003" y="3375026"/>
                  <a:pt x="2328875" y="3353198"/>
                  <a:pt x="2305825" y="3364960"/>
                </a:cubicBezTo>
                <a:cubicBezTo>
                  <a:pt x="2269964" y="3363999"/>
                  <a:pt x="2218889" y="3367921"/>
                  <a:pt x="2183980" y="3367060"/>
                </a:cubicBezTo>
                <a:cubicBezTo>
                  <a:pt x="2190418" y="3372011"/>
                  <a:pt x="2159099" y="3370877"/>
                  <a:pt x="2155235" y="3370737"/>
                </a:cubicBezTo>
                <a:cubicBezTo>
                  <a:pt x="2131791" y="3368260"/>
                  <a:pt x="2111535" y="3369043"/>
                  <a:pt x="2071012" y="3365882"/>
                </a:cubicBezTo>
                <a:cubicBezTo>
                  <a:pt x="2035156" y="3367426"/>
                  <a:pt x="2003987" y="3359257"/>
                  <a:pt x="1970953" y="3368185"/>
                </a:cubicBezTo>
                <a:cubicBezTo>
                  <a:pt x="1968713" y="3366515"/>
                  <a:pt x="1965947" y="3365226"/>
                  <a:pt x="1962822" y="3364213"/>
                </a:cubicBezTo>
                <a:lnTo>
                  <a:pt x="1953120" y="3362020"/>
                </a:lnTo>
                <a:lnTo>
                  <a:pt x="1951768" y="3362436"/>
                </a:lnTo>
                <a:cubicBezTo>
                  <a:pt x="1945920" y="3363208"/>
                  <a:pt x="1942436" y="3362820"/>
                  <a:pt x="1940004" y="3361921"/>
                </a:cubicBezTo>
                <a:lnTo>
                  <a:pt x="1937753" y="3360440"/>
                </a:lnTo>
                <a:cubicBezTo>
                  <a:pt x="1935095" y="3360180"/>
                  <a:pt x="1932438" y="3359919"/>
                  <a:pt x="1929780" y="3359659"/>
                </a:cubicBezTo>
                <a:lnTo>
                  <a:pt x="1887540" y="3355160"/>
                </a:lnTo>
                <a:lnTo>
                  <a:pt x="1887093" y="3355641"/>
                </a:lnTo>
                <a:cubicBezTo>
                  <a:pt x="1885548" y="3356665"/>
                  <a:pt x="1883390" y="3357319"/>
                  <a:pt x="1879887" y="3357216"/>
                </a:cubicBezTo>
                <a:cubicBezTo>
                  <a:pt x="1883470" y="3364909"/>
                  <a:pt x="1877035" y="3360039"/>
                  <a:pt x="1866395" y="3359055"/>
                </a:cubicBezTo>
                <a:cubicBezTo>
                  <a:pt x="1869584" y="3370783"/>
                  <a:pt x="1840440" y="3363434"/>
                  <a:pt x="1833771" y="3369655"/>
                </a:cubicBezTo>
                <a:cubicBezTo>
                  <a:pt x="1825883" y="3368668"/>
                  <a:pt x="1817596" y="3367837"/>
                  <a:pt x="1809081" y="3367230"/>
                </a:cubicBezTo>
                <a:cubicBezTo>
                  <a:pt x="1807399" y="3367161"/>
                  <a:pt x="1805718" y="3367091"/>
                  <a:pt x="1804036" y="3367022"/>
                </a:cubicBezTo>
                <a:cubicBezTo>
                  <a:pt x="1803991" y="3367059"/>
                  <a:pt x="1803946" y="3367097"/>
                  <a:pt x="1803901" y="3367134"/>
                </a:cubicBezTo>
                <a:cubicBezTo>
                  <a:pt x="1802735" y="3367334"/>
                  <a:pt x="1801050" y="3367359"/>
                  <a:pt x="1798514" y="3367143"/>
                </a:cubicBezTo>
                <a:lnTo>
                  <a:pt x="1794832" y="3366642"/>
                </a:lnTo>
                <a:cubicBezTo>
                  <a:pt x="1791569" y="3366507"/>
                  <a:pt x="1788305" y="3366373"/>
                  <a:pt x="1785042" y="3366238"/>
                </a:cubicBezTo>
                <a:lnTo>
                  <a:pt x="1781456" y="3366865"/>
                </a:lnTo>
                <a:lnTo>
                  <a:pt x="1779723" y="3368220"/>
                </a:lnTo>
                <a:cubicBezTo>
                  <a:pt x="1779440" y="3368155"/>
                  <a:pt x="1779156" y="3368091"/>
                  <a:pt x="1778873" y="3368027"/>
                </a:cubicBezTo>
                <a:cubicBezTo>
                  <a:pt x="1772915" y="3365312"/>
                  <a:pt x="1772165" y="3361694"/>
                  <a:pt x="1759487" y="3371174"/>
                </a:cubicBezTo>
                <a:cubicBezTo>
                  <a:pt x="1745189" y="3366602"/>
                  <a:pt x="1739727" y="3372462"/>
                  <a:pt x="1717161" y="3373831"/>
                </a:cubicBezTo>
                <a:cubicBezTo>
                  <a:pt x="1709564" y="3369729"/>
                  <a:pt x="1701729" y="3370835"/>
                  <a:pt x="1693416" y="3373577"/>
                </a:cubicBezTo>
                <a:cubicBezTo>
                  <a:pt x="1672951" y="3371092"/>
                  <a:pt x="1652013" y="3374616"/>
                  <a:pt x="1627833" y="3374823"/>
                </a:cubicBezTo>
                <a:lnTo>
                  <a:pt x="1562462" y="3384313"/>
                </a:lnTo>
                <a:lnTo>
                  <a:pt x="1500041" y="3383500"/>
                </a:lnTo>
                <a:cubicBezTo>
                  <a:pt x="1492272" y="3381880"/>
                  <a:pt x="1484857" y="3380071"/>
                  <a:pt x="1477912" y="3378156"/>
                </a:cubicBezTo>
                <a:cubicBezTo>
                  <a:pt x="1467843" y="3383396"/>
                  <a:pt x="1444391" y="3372727"/>
                  <a:pt x="1440452" y="3384511"/>
                </a:cubicBezTo>
                <a:cubicBezTo>
                  <a:pt x="1430880" y="3382266"/>
                  <a:pt x="1427637" y="3376755"/>
                  <a:pt x="1426476" y="3384665"/>
                </a:cubicBezTo>
                <a:cubicBezTo>
                  <a:pt x="1423197" y="3384140"/>
                  <a:pt x="1420743" y="3384515"/>
                  <a:pt x="1418659" y="3385325"/>
                </a:cubicBezTo>
                <a:lnTo>
                  <a:pt x="1417944" y="3385738"/>
                </a:lnTo>
                <a:lnTo>
                  <a:pt x="1396764" y="3380560"/>
                </a:lnTo>
                <a:cubicBezTo>
                  <a:pt x="1395649" y="3380621"/>
                  <a:pt x="1394534" y="3380681"/>
                  <a:pt x="1393418" y="3380742"/>
                </a:cubicBezTo>
                <a:lnTo>
                  <a:pt x="1380294" y="3376255"/>
                </a:lnTo>
                <a:lnTo>
                  <a:pt x="1351459" y="3367829"/>
                </a:lnTo>
                <a:cubicBezTo>
                  <a:pt x="1349081" y="3366466"/>
                  <a:pt x="1319507" y="3359407"/>
                  <a:pt x="1318363" y="3357511"/>
                </a:cubicBezTo>
                <a:cubicBezTo>
                  <a:pt x="1281509" y="3362193"/>
                  <a:pt x="1312014" y="3347744"/>
                  <a:pt x="1276860" y="3344906"/>
                </a:cubicBezTo>
                <a:cubicBezTo>
                  <a:pt x="1253785" y="3356533"/>
                  <a:pt x="1256695" y="3340712"/>
                  <a:pt x="1204286" y="3337488"/>
                </a:cubicBezTo>
                <a:cubicBezTo>
                  <a:pt x="1177346" y="3330862"/>
                  <a:pt x="1162856" y="3334854"/>
                  <a:pt x="1123710" y="3321651"/>
                </a:cubicBezTo>
                <a:cubicBezTo>
                  <a:pt x="1085454" y="3316709"/>
                  <a:pt x="1005363" y="3310335"/>
                  <a:pt x="974748" y="3307837"/>
                </a:cubicBezTo>
                <a:cubicBezTo>
                  <a:pt x="945739" y="3316478"/>
                  <a:pt x="964147" y="3307413"/>
                  <a:pt x="940014" y="3306660"/>
                </a:cubicBezTo>
                <a:cubicBezTo>
                  <a:pt x="952701" y="3296927"/>
                  <a:pt x="908686" y="3309051"/>
                  <a:pt x="914712" y="3297017"/>
                </a:cubicBezTo>
                <a:cubicBezTo>
                  <a:pt x="910130" y="3297260"/>
                  <a:pt x="905499" y="3297876"/>
                  <a:pt x="900809" y="3298584"/>
                </a:cubicBezTo>
                <a:cubicBezTo>
                  <a:pt x="899990" y="3298705"/>
                  <a:pt x="899172" y="3298828"/>
                  <a:pt x="898353" y="3298949"/>
                </a:cubicBezTo>
                <a:lnTo>
                  <a:pt x="889782" y="3298355"/>
                </a:lnTo>
                <a:lnTo>
                  <a:pt x="885796" y="3300754"/>
                </a:lnTo>
                <a:lnTo>
                  <a:pt x="871773" y="3301699"/>
                </a:lnTo>
                <a:cubicBezTo>
                  <a:pt x="866761" y="3301657"/>
                  <a:pt x="861656" y="3301147"/>
                  <a:pt x="856438" y="3299888"/>
                </a:cubicBezTo>
                <a:cubicBezTo>
                  <a:pt x="842058" y="3291303"/>
                  <a:pt x="802729" y="3299624"/>
                  <a:pt x="785420" y="3288419"/>
                </a:cubicBezTo>
                <a:cubicBezTo>
                  <a:pt x="778178" y="3285195"/>
                  <a:pt x="750397" y="3280699"/>
                  <a:pt x="741879" y="3283188"/>
                </a:cubicBezTo>
                <a:cubicBezTo>
                  <a:pt x="735414" y="3282940"/>
                  <a:pt x="729876" y="3280596"/>
                  <a:pt x="723686" y="3283763"/>
                </a:cubicBezTo>
                <a:cubicBezTo>
                  <a:pt x="715044" y="3287372"/>
                  <a:pt x="701553" y="3277214"/>
                  <a:pt x="699393" y="3282843"/>
                </a:cubicBezTo>
                <a:cubicBezTo>
                  <a:pt x="672713" y="3280073"/>
                  <a:pt x="587034" y="3269505"/>
                  <a:pt x="563609" y="3267140"/>
                </a:cubicBezTo>
                <a:cubicBezTo>
                  <a:pt x="562182" y="3267737"/>
                  <a:pt x="560575" y="3268245"/>
                  <a:pt x="558841" y="3268647"/>
                </a:cubicBezTo>
                <a:cubicBezTo>
                  <a:pt x="548753" y="3270983"/>
                  <a:pt x="536540" y="3269324"/>
                  <a:pt x="531566" y="3264943"/>
                </a:cubicBezTo>
                <a:cubicBezTo>
                  <a:pt x="504471" y="3249476"/>
                  <a:pt x="472712" y="3245273"/>
                  <a:pt x="444697" y="3238795"/>
                </a:cubicBezTo>
                <a:cubicBezTo>
                  <a:pt x="412178" y="3232635"/>
                  <a:pt x="425904" y="3247936"/>
                  <a:pt x="391157" y="3231917"/>
                </a:cubicBezTo>
                <a:cubicBezTo>
                  <a:pt x="383742" y="3235456"/>
                  <a:pt x="378300" y="3234891"/>
                  <a:pt x="370757" y="3231601"/>
                </a:cubicBezTo>
                <a:cubicBezTo>
                  <a:pt x="354739" y="3228921"/>
                  <a:pt x="348695" y="3239635"/>
                  <a:pt x="336665" y="3230937"/>
                </a:cubicBezTo>
                <a:cubicBezTo>
                  <a:pt x="335690" y="3237020"/>
                  <a:pt x="304301" y="3228709"/>
                  <a:pt x="307742" y="3235671"/>
                </a:cubicBezTo>
                <a:cubicBezTo>
                  <a:pt x="293579" y="3239310"/>
                  <a:pt x="294219" y="3230068"/>
                  <a:pt x="280601" y="3233044"/>
                </a:cubicBezTo>
                <a:cubicBezTo>
                  <a:pt x="268012" y="3232391"/>
                  <a:pt x="291593" y="3227968"/>
                  <a:pt x="278749" y="3225671"/>
                </a:cubicBezTo>
                <a:cubicBezTo>
                  <a:pt x="262467" y="3223907"/>
                  <a:pt x="269675" y="3213530"/>
                  <a:pt x="248269" y="3225056"/>
                </a:cubicBezTo>
                <a:cubicBezTo>
                  <a:pt x="233782" y="3219511"/>
                  <a:pt x="226442" y="3225015"/>
                  <a:pt x="201544" y="3224865"/>
                </a:cubicBezTo>
                <a:lnTo>
                  <a:pt x="194948" y="3222950"/>
                </a:lnTo>
                <a:lnTo>
                  <a:pt x="186529" y="3228320"/>
                </a:lnTo>
                <a:cubicBezTo>
                  <a:pt x="181850" y="3230472"/>
                  <a:pt x="176241" y="3231774"/>
                  <a:pt x="168765" y="3231015"/>
                </a:cubicBezTo>
                <a:cubicBezTo>
                  <a:pt x="124081" y="3216459"/>
                  <a:pt x="165980" y="3240734"/>
                  <a:pt x="91518" y="3231445"/>
                </a:cubicBezTo>
                <a:cubicBezTo>
                  <a:pt x="87975" y="3229296"/>
                  <a:pt x="77991" y="3230542"/>
                  <a:pt x="77943" y="3233140"/>
                </a:cubicBezTo>
                <a:cubicBezTo>
                  <a:pt x="73437" y="3232021"/>
                  <a:pt x="63858" y="3226368"/>
                  <a:pt x="61120" y="3230347"/>
                </a:cubicBezTo>
                <a:cubicBezTo>
                  <a:pt x="48916" y="3229750"/>
                  <a:pt x="37022" y="3228445"/>
                  <a:pt x="25722" y="3226477"/>
                </a:cubicBezTo>
                <a:lnTo>
                  <a:pt x="2781" y="3220829"/>
                </a:lnTo>
                <a:lnTo>
                  <a:pt x="0" y="3222232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CBBFE7-47F7-43DA-F38C-ECD62B478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73" r="-12166" b="-1993"/>
          <a:stretch>
            <a:fillRect/>
          </a:stretch>
        </p:blipFill>
        <p:spPr>
          <a:xfrm>
            <a:off x="3377876" y="0"/>
            <a:ext cx="5373364" cy="4155311"/>
          </a:xfrm>
          <a:custGeom>
            <a:avLst/>
            <a:gdLst/>
            <a:ahLst/>
            <a:cxnLst/>
            <a:rect l="l" t="t" r="r" b="b"/>
            <a:pathLst>
              <a:path w="4047893" h="3130313">
                <a:moveTo>
                  <a:pt x="0" y="0"/>
                </a:moveTo>
                <a:lnTo>
                  <a:pt x="4047893" y="0"/>
                </a:lnTo>
                <a:lnTo>
                  <a:pt x="4047893" y="2992525"/>
                </a:lnTo>
                <a:lnTo>
                  <a:pt x="4044945" y="2992586"/>
                </a:lnTo>
                <a:cubicBezTo>
                  <a:pt x="4013007" y="2983988"/>
                  <a:pt x="4029496" y="3002088"/>
                  <a:pt x="3993923" y="2999580"/>
                </a:cubicBezTo>
                <a:cubicBezTo>
                  <a:pt x="3953690" y="2999973"/>
                  <a:pt x="3925732" y="2991464"/>
                  <a:pt x="3899257" y="2991280"/>
                </a:cubicBezTo>
                <a:cubicBezTo>
                  <a:pt x="3886826" y="2992016"/>
                  <a:pt x="3796118" y="2992410"/>
                  <a:pt x="3803589" y="2988457"/>
                </a:cubicBezTo>
                <a:cubicBezTo>
                  <a:pt x="3771479" y="2987956"/>
                  <a:pt x="3724459" y="2987111"/>
                  <a:pt x="3706605" y="2988270"/>
                </a:cubicBezTo>
                <a:cubicBezTo>
                  <a:pt x="3703225" y="2988426"/>
                  <a:pt x="3699845" y="2995259"/>
                  <a:pt x="3696464" y="2995413"/>
                </a:cubicBezTo>
                <a:cubicBezTo>
                  <a:pt x="3673602" y="2986686"/>
                  <a:pt x="3685958" y="2988536"/>
                  <a:pt x="3662169" y="2987908"/>
                </a:cubicBezTo>
                <a:cubicBezTo>
                  <a:pt x="3644316" y="2989346"/>
                  <a:pt x="3656616" y="2981280"/>
                  <a:pt x="3638764" y="2982720"/>
                </a:cubicBezTo>
                <a:cubicBezTo>
                  <a:pt x="3602893" y="3008058"/>
                  <a:pt x="3578600" y="2986261"/>
                  <a:pt x="3530424" y="2996502"/>
                </a:cubicBezTo>
                <a:lnTo>
                  <a:pt x="3456483" y="2997177"/>
                </a:lnTo>
                <a:cubicBezTo>
                  <a:pt x="3450083" y="2997047"/>
                  <a:pt x="3443320" y="2998716"/>
                  <a:pt x="3439236" y="2995748"/>
                </a:cubicBezTo>
                <a:cubicBezTo>
                  <a:pt x="3425274" y="2994993"/>
                  <a:pt x="3393296" y="2993247"/>
                  <a:pt x="3372711" y="2992647"/>
                </a:cubicBezTo>
                <a:cubicBezTo>
                  <a:pt x="3352114" y="2993339"/>
                  <a:pt x="3350044" y="2997183"/>
                  <a:pt x="3326457" y="2999562"/>
                </a:cubicBezTo>
                <a:cubicBezTo>
                  <a:pt x="3268010" y="2985834"/>
                  <a:pt x="3302346" y="3004193"/>
                  <a:pt x="3274937" y="3010764"/>
                </a:cubicBezTo>
                <a:lnTo>
                  <a:pt x="3247552" y="3008692"/>
                </a:lnTo>
                <a:cubicBezTo>
                  <a:pt x="3239494" y="3005937"/>
                  <a:pt x="3224032" y="3005163"/>
                  <a:pt x="3216589" y="3008563"/>
                </a:cubicBezTo>
                <a:cubicBezTo>
                  <a:pt x="3181100" y="3020067"/>
                  <a:pt x="3210475" y="3004709"/>
                  <a:pt x="3179493" y="3008658"/>
                </a:cubicBezTo>
                <a:lnTo>
                  <a:pt x="3149112" y="3020078"/>
                </a:lnTo>
                <a:cubicBezTo>
                  <a:pt x="3138430" y="3019544"/>
                  <a:pt x="3127747" y="3019009"/>
                  <a:pt x="3117065" y="3018475"/>
                </a:cubicBezTo>
                <a:cubicBezTo>
                  <a:pt x="3100309" y="3015895"/>
                  <a:pt x="3095375" y="3026139"/>
                  <a:pt x="3085852" y="3024583"/>
                </a:cubicBezTo>
                <a:cubicBezTo>
                  <a:pt x="3083205" y="3019193"/>
                  <a:pt x="3077928" y="3019162"/>
                  <a:pt x="3068056" y="3021444"/>
                </a:cubicBezTo>
                <a:cubicBezTo>
                  <a:pt x="3067547" y="3021351"/>
                  <a:pt x="3067037" y="3021259"/>
                  <a:pt x="3066528" y="3021166"/>
                </a:cubicBezTo>
                <a:lnTo>
                  <a:pt x="3051628" y="3025475"/>
                </a:lnTo>
                <a:cubicBezTo>
                  <a:pt x="3054335" y="3020346"/>
                  <a:pt x="3000640" y="3019856"/>
                  <a:pt x="3008147" y="3014221"/>
                </a:cubicBezTo>
                <a:cubicBezTo>
                  <a:pt x="2996636" y="3010443"/>
                  <a:pt x="2991707" y="3018195"/>
                  <a:pt x="2980324" y="3014998"/>
                </a:cubicBezTo>
                <a:cubicBezTo>
                  <a:pt x="2967759" y="3014889"/>
                  <a:pt x="2987908" y="3019812"/>
                  <a:pt x="2974105" y="3021060"/>
                </a:cubicBezTo>
                <a:lnTo>
                  <a:pt x="2898967" y="3017706"/>
                </a:lnTo>
                <a:cubicBezTo>
                  <a:pt x="2889133" y="3021187"/>
                  <a:pt x="2880975" y="3020246"/>
                  <a:pt x="2872906" y="3017913"/>
                </a:cubicBezTo>
                <a:cubicBezTo>
                  <a:pt x="2849600" y="3020012"/>
                  <a:pt x="2847396" y="3018756"/>
                  <a:pt x="2821030" y="3018570"/>
                </a:cubicBezTo>
                <a:cubicBezTo>
                  <a:pt x="2792862" y="3023488"/>
                  <a:pt x="2758404" y="3014645"/>
                  <a:pt x="2730230" y="3014478"/>
                </a:cubicBezTo>
                <a:cubicBezTo>
                  <a:pt x="2702955" y="3023440"/>
                  <a:pt x="2711231" y="3004407"/>
                  <a:pt x="2687628" y="3005991"/>
                </a:cubicBezTo>
                <a:cubicBezTo>
                  <a:pt x="2649605" y="3014731"/>
                  <a:pt x="2688189" y="2999782"/>
                  <a:pt x="2628951" y="3004830"/>
                </a:cubicBezTo>
                <a:cubicBezTo>
                  <a:pt x="2625663" y="3006155"/>
                  <a:pt x="2618407" y="3015266"/>
                  <a:pt x="2619087" y="3013614"/>
                </a:cubicBezTo>
                <a:cubicBezTo>
                  <a:pt x="2606112" y="3014782"/>
                  <a:pt x="2568093" y="2997243"/>
                  <a:pt x="2549635" y="2999983"/>
                </a:cubicBezTo>
                <a:cubicBezTo>
                  <a:pt x="2513091" y="2997030"/>
                  <a:pt x="2495971" y="3005531"/>
                  <a:pt x="2469604" y="3005376"/>
                </a:cubicBezTo>
                <a:cubicBezTo>
                  <a:pt x="2460397" y="2976697"/>
                  <a:pt x="2420737" y="2997007"/>
                  <a:pt x="2366760" y="2987305"/>
                </a:cubicBezTo>
                <a:lnTo>
                  <a:pt x="2184478" y="2961828"/>
                </a:lnTo>
                <a:cubicBezTo>
                  <a:pt x="2115036" y="2937464"/>
                  <a:pt x="2031972" y="2970268"/>
                  <a:pt x="1991474" y="2962283"/>
                </a:cubicBezTo>
                <a:cubicBezTo>
                  <a:pt x="1975906" y="2972633"/>
                  <a:pt x="1961170" y="2963900"/>
                  <a:pt x="1941495" y="2969250"/>
                </a:cubicBezTo>
                <a:cubicBezTo>
                  <a:pt x="1896970" y="2975048"/>
                  <a:pt x="1881450" y="2995138"/>
                  <a:pt x="1822493" y="2993245"/>
                </a:cubicBezTo>
                <a:cubicBezTo>
                  <a:pt x="1799752" y="2992680"/>
                  <a:pt x="1701905" y="3006271"/>
                  <a:pt x="1648275" y="3026984"/>
                </a:cubicBezTo>
                <a:cubicBezTo>
                  <a:pt x="1616403" y="3033006"/>
                  <a:pt x="1600867" y="3023480"/>
                  <a:pt x="1591543" y="3039507"/>
                </a:cubicBezTo>
                <a:cubicBezTo>
                  <a:pt x="1575633" y="3031550"/>
                  <a:pt x="1526767" y="3047631"/>
                  <a:pt x="1510786" y="3050338"/>
                </a:cubicBezTo>
                <a:cubicBezTo>
                  <a:pt x="1497175" y="3045578"/>
                  <a:pt x="1491407" y="3051196"/>
                  <a:pt x="1479840" y="3053327"/>
                </a:cubicBezTo>
                <a:cubicBezTo>
                  <a:pt x="1474089" y="3050164"/>
                  <a:pt x="1464204" y="3051201"/>
                  <a:pt x="1461357" y="3055733"/>
                </a:cubicBezTo>
                <a:cubicBezTo>
                  <a:pt x="1467349" y="3065105"/>
                  <a:pt x="1432334" y="3063173"/>
                  <a:pt x="1430609" y="3070139"/>
                </a:cubicBezTo>
                <a:cubicBezTo>
                  <a:pt x="1410809" y="3073257"/>
                  <a:pt x="1323018" y="3072123"/>
                  <a:pt x="1309663" y="3084181"/>
                </a:cubicBezTo>
                <a:cubicBezTo>
                  <a:pt x="1269914" y="3092768"/>
                  <a:pt x="1209429" y="3080588"/>
                  <a:pt x="1192304" y="3082361"/>
                </a:cubicBezTo>
                <a:cubicBezTo>
                  <a:pt x="1184634" y="3081978"/>
                  <a:pt x="1176965" y="3081596"/>
                  <a:pt x="1169295" y="3081213"/>
                </a:cubicBezTo>
                <a:cubicBezTo>
                  <a:pt x="1168466" y="3081343"/>
                  <a:pt x="1167637" y="3081472"/>
                  <a:pt x="1166808" y="3081602"/>
                </a:cubicBezTo>
                <a:lnTo>
                  <a:pt x="1115657" y="3078399"/>
                </a:lnTo>
                <a:cubicBezTo>
                  <a:pt x="1085018" y="3091808"/>
                  <a:pt x="1079065" y="3095515"/>
                  <a:pt x="1042697" y="3099190"/>
                </a:cubicBezTo>
                <a:cubicBezTo>
                  <a:pt x="1032644" y="3098127"/>
                  <a:pt x="979772" y="3096610"/>
                  <a:pt x="977694" y="3101331"/>
                </a:cubicBezTo>
                <a:cubicBezTo>
                  <a:pt x="961202" y="3095237"/>
                  <a:pt x="940975" y="3100420"/>
                  <a:pt x="924689" y="3093967"/>
                </a:cubicBezTo>
                <a:lnTo>
                  <a:pt x="908550" y="3095950"/>
                </a:lnTo>
                <a:cubicBezTo>
                  <a:pt x="877246" y="3094415"/>
                  <a:pt x="882046" y="3103801"/>
                  <a:pt x="845329" y="3093766"/>
                </a:cubicBezTo>
                <a:cubicBezTo>
                  <a:pt x="837507" y="3090489"/>
                  <a:pt x="824678" y="3090903"/>
                  <a:pt x="816675" y="3094689"/>
                </a:cubicBezTo>
                <a:cubicBezTo>
                  <a:pt x="815297" y="3095340"/>
                  <a:pt x="814119" y="3096069"/>
                  <a:pt x="813174" y="3096853"/>
                </a:cubicBezTo>
                <a:cubicBezTo>
                  <a:pt x="790135" y="3089266"/>
                  <a:pt x="783048" y="3095936"/>
                  <a:pt x="771013" y="3090209"/>
                </a:cubicBezTo>
                <a:cubicBezTo>
                  <a:pt x="742645" y="3091492"/>
                  <a:pt x="725377" y="3101546"/>
                  <a:pt x="714380" y="3096594"/>
                </a:cubicBezTo>
                <a:cubicBezTo>
                  <a:pt x="693975" y="3099397"/>
                  <a:pt x="662383" y="3104717"/>
                  <a:pt x="648585" y="3107030"/>
                </a:cubicBezTo>
                <a:cubicBezTo>
                  <a:pt x="644887" y="3110964"/>
                  <a:pt x="637955" y="3109672"/>
                  <a:pt x="631605" y="3110477"/>
                </a:cubicBezTo>
                <a:cubicBezTo>
                  <a:pt x="625207" y="3114153"/>
                  <a:pt x="595514" y="3114423"/>
                  <a:pt x="586338" y="3112586"/>
                </a:cubicBezTo>
                <a:lnTo>
                  <a:pt x="557969" y="3117189"/>
                </a:lnTo>
                <a:cubicBezTo>
                  <a:pt x="508787" y="3109938"/>
                  <a:pt x="487300" y="3138257"/>
                  <a:pt x="448505" y="3111851"/>
                </a:cubicBezTo>
                <a:cubicBezTo>
                  <a:pt x="430568" y="3111958"/>
                  <a:pt x="443794" y="3120275"/>
                  <a:pt x="425858" y="3120382"/>
                </a:cubicBezTo>
                <a:cubicBezTo>
                  <a:pt x="402271" y="3123546"/>
                  <a:pt x="413517" y="3112174"/>
                  <a:pt x="391847" y="3124849"/>
                </a:cubicBezTo>
                <a:cubicBezTo>
                  <a:pt x="349157" y="3121702"/>
                  <a:pt x="326774" y="3134560"/>
                  <a:pt x="288285" y="3125383"/>
                </a:cubicBezTo>
                <a:cubicBezTo>
                  <a:pt x="295755" y="3130096"/>
                  <a:pt x="205047" y="3129625"/>
                  <a:pt x="192615" y="3128748"/>
                </a:cubicBezTo>
                <a:cubicBezTo>
                  <a:pt x="166142" y="3128967"/>
                  <a:pt x="138184" y="3127169"/>
                  <a:pt x="97952" y="3126700"/>
                </a:cubicBezTo>
                <a:cubicBezTo>
                  <a:pt x="62377" y="3129690"/>
                  <a:pt x="78866" y="3120054"/>
                  <a:pt x="46928" y="3130306"/>
                </a:cubicBezTo>
                <a:cubicBezTo>
                  <a:pt x="37098" y="3130381"/>
                  <a:pt x="21188" y="3129913"/>
                  <a:pt x="7323" y="3129322"/>
                </a:cubicBezTo>
                <a:lnTo>
                  <a:pt x="0" y="3128862"/>
                </a:lnTo>
                <a:close/>
              </a:path>
            </a:pathLst>
          </a:custGeom>
        </p:spPr>
      </p:pic>
      <p:pic>
        <p:nvPicPr>
          <p:cNvPr id="5" name="Content Placeholder 4" descr="A person holding a phone with a smiley face and stars above them&#10;&#10;AI-generated content may be incorrect.">
            <a:extLst>
              <a:ext uri="{FF2B5EF4-FFF2-40B4-BE49-F238E27FC236}">
                <a16:creationId xmlns:a16="http://schemas.microsoft.com/office/drawing/2014/main" id="{B8CE98D9-8E09-A0C6-405D-1ED7E7F4EC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96257" y="9"/>
            <a:ext cx="4095743" cy="3564993"/>
          </a:xfrm>
          <a:custGeom>
            <a:avLst/>
            <a:gdLst/>
            <a:ahLst/>
            <a:cxnLst/>
            <a:rect l="l" t="t" r="r" b="b"/>
            <a:pathLst>
              <a:path w="4095743" h="3206842">
                <a:moveTo>
                  <a:pt x="0" y="0"/>
                </a:moveTo>
                <a:lnTo>
                  <a:pt x="4095743" y="0"/>
                </a:lnTo>
                <a:lnTo>
                  <a:pt x="4095743" y="136523"/>
                </a:lnTo>
                <a:lnTo>
                  <a:pt x="4095743" y="1701208"/>
                </a:lnTo>
                <a:lnTo>
                  <a:pt x="4095743" y="3071014"/>
                </a:lnTo>
                <a:cubicBezTo>
                  <a:pt x="4095742" y="3071024"/>
                  <a:pt x="4095742" y="3071035"/>
                  <a:pt x="4095741" y="3071045"/>
                </a:cubicBezTo>
                <a:cubicBezTo>
                  <a:pt x="4095657" y="3071040"/>
                  <a:pt x="4095572" y="3071032"/>
                  <a:pt x="4095488" y="3071025"/>
                </a:cubicBezTo>
                <a:lnTo>
                  <a:pt x="4089562" y="3068518"/>
                </a:lnTo>
                <a:lnTo>
                  <a:pt x="4066621" y="3073254"/>
                </a:lnTo>
                <a:cubicBezTo>
                  <a:pt x="4055320" y="3074906"/>
                  <a:pt x="4043427" y="3076001"/>
                  <a:pt x="4031223" y="3076501"/>
                </a:cubicBezTo>
                <a:cubicBezTo>
                  <a:pt x="4028484" y="3073164"/>
                  <a:pt x="4018905" y="3077906"/>
                  <a:pt x="4014400" y="3078843"/>
                </a:cubicBezTo>
                <a:cubicBezTo>
                  <a:pt x="4014351" y="3076664"/>
                  <a:pt x="4004368" y="3075619"/>
                  <a:pt x="4000825" y="3077423"/>
                </a:cubicBezTo>
                <a:cubicBezTo>
                  <a:pt x="3926364" y="3085214"/>
                  <a:pt x="3968261" y="3064853"/>
                  <a:pt x="3923579" y="3077062"/>
                </a:cubicBezTo>
                <a:cubicBezTo>
                  <a:pt x="3916103" y="3077698"/>
                  <a:pt x="3910492" y="3076605"/>
                  <a:pt x="3905815" y="3074801"/>
                </a:cubicBezTo>
                <a:lnTo>
                  <a:pt x="3897396" y="3070297"/>
                </a:lnTo>
                <a:lnTo>
                  <a:pt x="3890800" y="3071903"/>
                </a:lnTo>
                <a:cubicBezTo>
                  <a:pt x="3865901" y="3072029"/>
                  <a:pt x="3858562" y="3067412"/>
                  <a:pt x="3844074" y="3072063"/>
                </a:cubicBezTo>
                <a:cubicBezTo>
                  <a:pt x="3822669" y="3062396"/>
                  <a:pt x="3829876" y="3071099"/>
                  <a:pt x="3813596" y="3072579"/>
                </a:cubicBezTo>
                <a:cubicBezTo>
                  <a:pt x="3800751" y="3074505"/>
                  <a:pt x="3824330" y="3078216"/>
                  <a:pt x="3811743" y="3078763"/>
                </a:cubicBezTo>
                <a:cubicBezTo>
                  <a:pt x="3798124" y="3076266"/>
                  <a:pt x="3798764" y="3084018"/>
                  <a:pt x="3784600" y="3080966"/>
                </a:cubicBezTo>
                <a:cubicBezTo>
                  <a:pt x="3788042" y="3075127"/>
                  <a:pt x="3756652" y="3082098"/>
                  <a:pt x="3755678" y="3076997"/>
                </a:cubicBezTo>
                <a:cubicBezTo>
                  <a:pt x="3743648" y="3084291"/>
                  <a:pt x="3737604" y="3075305"/>
                  <a:pt x="3721587" y="3077553"/>
                </a:cubicBezTo>
                <a:cubicBezTo>
                  <a:pt x="3714042" y="3080313"/>
                  <a:pt x="3708600" y="3080787"/>
                  <a:pt x="3701187" y="3077818"/>
                </a:cubicBezTo>
                <a:cubicBezTo>
                  <a:pt x="3666438" y="3091253"/>
                  <a:pt x="3680164" y="3078420"/>
                  <a:pt x="3647646" y="3083588"/>
                </a:cubicBezTo>
                <a:cubicBezTo>
                  <a:pt x="3619631" y="3089020"/>
                  <a:pt x="3587871" y="3092545"/>
                  <a:pt x="3560777" y="3105520"/>
                </a:cubicBezTo>
                <a:cubicBezTo>
                  <a:pt x="3555802" y="3109193"/>
                  <a:pt x="3543591" y="3110585"/>
                  <a:pt x="3533503" y="3108626"/>
                </a:cubicBezTo>
                <a:cubicBezTo>
                  <a:pt x="3531768" y="3108290"/>
                  <a:pt x="3530162" y="3107864"/>
                  <a:pt x="3528735" y="3107361"/>
                </a:cubicBezTo>
                <a:cubicBezTo>
                  <a:pt x="3505309" y="3109347"/>
                  <a:pt x="3419631" y="3118211"/>
                  <a:pt x="3392949" y="3120534"/>
                </a:cubicBezTo>
                <a:cubicBezTo>
                  <a:pt x="3390791" y="3115813"/>
                  <a:pt x="3377299" y="3124333"/>
                  <a:pt x="3368657" y="3121305"/>
                </a:cubicBezTo>
                <a:cubicBezTo>
                  <a:pt x="3362467" y="3118650"/>
                  <a:pt x="3356930" y="3120616"/>
                  <a:pt x="3350465" y="3120823"/>
                </a:cubicBezTo>
                <a:cubicBezTo>
                  <a:pt x="3341947" y="3118736"/>
                  <a:pt x="3314164" y="3122506"/>
                  <a:pt x="3306922" y="3125212"/>
                </a:cubicBezTo>
                <a:cubicBezTo>
                  <a:pt x="3289615" y="3134610"/>
                  <a:pt x="3250286" y="3127630"/>
                  <a:pt x="3235905" y="3134831"/>
                </a:cubicBezTo>
                <a:cubicBezTo>
                  <a:pt x="3230686" y="3135887"/>
                  <a:pt x="3225583" y="3136314"/>
                  <a:pt x="3220570" y="3136351"/>
                </a:cubicBezTo>
                <a:lnTo>
                  <a:pt x="3206547" y="3135559"/>
                </a:lnTo>
                <a:lnTo>
                  <a:pt x="3202562" y="3133546"/>
                </a:lnTo>
                <a:lnTo>
                  <a:pt x="3193989" y="3134044"/>
                </a:lnTo>
                <a:cubicBezTo>
                  <a:pt x="3193170" y="3133943"/>
                  <a:pt x="3192354" y="3133838"/>
                  <a:pt x="3191535" y="3133737"/>
                </a:cubicBezTo>
                <a:cubicBezTo>
                  <a:pt x="3186844" y="3133143"/>
                  <a:pt x="3182215" y="3132626"/>
                  <a:pt x="3177631" y="3132423"/>
                </a:cubicBezTo>
                <a:cubicBezTo>
                  <a:pt x="3183659" y="3142516"/>
                  <a:pt x="3139642" y="3132347"/>
                  <a:pt x="3152328" y="3140511"/>
                </a:cubicBezTo>
                <a:cubicBezTo>
                  <a:pt x="3128198" y="3141143"/>
                  <a:pt x="3146604" y="3148747"/>
                  <a:pt x="3117596" y="3141499"/>
                </a:cubicBezTo>
                <a:cubicBezTo>
                  <a:pt x="3086979" y="3143595"/>
                  <a:pt x="3006888" y="3148940"/>
                  <a:pt x="2968634" y="3153086"/>
                </a:cubicBezTo>
                <a:cubicBezTo>
                  <a:pt x="2929486" y="3164160"/>
                  <a:pt x="2914998" y="3160811"/>
                  <a:pt x="2888057" y="3166369"/>
                </a:cubicBezTo>
                <a:cubicBezTo>
                  <a:pt x="2835648" y="3169073"/>
                  <a:pt x="2838558" y="3182345"/>
                  <a:pt x="2815482" y="3172591"/>
                </a:cubicBezTo>
                <a:cubicBezTo>
                  <a:pt x="2780330" y="3174973"/>
                  <a:pt x="2810834" y="3187092"/>
                  <a:pt x="2773979" y="3183164"/>
                </a:cubicBezTo>
                <a:cubicBezTo>
                  <a:pt x="2772836" y="3184755"/>
                  <a:pt x="2747271" y="3200694"/>
                  <a:pt x="2744895" y="3201836"/>
                </a:cubicBezTo>
                <a:cubicBezTo>
                  <a:pt x="2729571" y="3202108"/>
                  <a:pt x="2714249" y="3202379"/>
                  <a:pt x="2698926" y="3202651"/>
                </a:cubicBezTo>
                <a:lnTo>
                  <a:pt x="2695579" y="3202498"/>
                </a:lnTo>
                <a:lnTo>
                  <a:pt x="2674400" y="3206842"/>
                </a:lnTo>
                <a:lnTo>
                  <a:pt x="2673684" y="3206495"/>
                </a:lnTo>
                <a:cubicBezTo>
                  <a:pt x="2671600" y="3205816"/>
                  <a:pt x="2669147" y="3205501"/>
                  <a:pt x="2665867" y="3205942"/>
                </a:cubicBezTo>
                <a:cubicBezTo>
                  <a:pt x="2655994" y="3204939"/>
                  <a:pt x="2626692" y="3200644"/>
                  <a:pt x="2614431" y="3200481"/>
                </a:cubicBezTo>
                <a:cubicBezTo>
                  <a:pt x="2607486" y="3202087"/>
                  <a:pt x="2600071" y="3203605"/>
                  <a:pt x="2592303" y="3204964"/>
                </a:cubicBezTo>
                <a:lnTo>
                  <a:pt x="2529882" y="3205645"/>
                </a:lnTo>
                <a:lnTo>
                  <a:pt x="2464509" y="3197687"/>
                </a:lnTo>
                <a:cubicBezTo>
                  <a:pt x="2440330" y="3197513"/>
                  <a:pt x="2419394" y="3194556"/>
                  <a:pt x="2398926" y="3196641"/>
                </a:cubicBezTo>
                <a:cubicBezTo>
                  <a:pt x="2390615" y="3194341"/>
                  <a:pt x="2382779" y="3200091"/>
                  <a:pt x="2375181" y="3203534"/>
                </a:cubicBezTo>
                <a:cubicBezTo>
                  <a:pt x="2352617" y="3202385"/>
                  <a:pt x="2347156" y="3190791"/>
                  <a:pt x="2332855" y="3194625"/>
                </a:cubicBezTo>
                <a:cubicBezTo>
                  <a:pt x="2320177" y="3186674"/>
                  <a:pt x="2319429" y="3189708"/>
                  <a:pt x="2313469" y="3191985"/>
                </a:cubicBezTo>
                <a:cubicBezTo>
                  <a:pt x="2313187" y="3192040"/>
                  <a:pt x="2312903" y="3192094"/>
                  <a:pt x="2312621" y="3192148"/>
                </a:cubicBezTo>
                <a:lnTo>
                  <a:pt x="2310886" y="3191011"/>
                </a:lnTo>
                <a:cubicBezTo>
                  <a:pt x="2309691" y="3190836"/>
                  <a:pt x="2308496" y="3190660"/>
                  <a:pt x="2307301" y="3190485"/>
                </a:cubicBezTo>
                <a:cubicBezTo>
                  <a:pt x="2304038" y="3190598"/>
                  <a:pt x="2300775" y="3190712"/>
                  <a:pt x="2297511" y="3190825"/>
                </a:cubicBezTo>
                <a:cubicBezTo>
                  <a:pt x="2296284" y="3190964"/>
                  <a:pt x="2295057" y="3191105"/>
                  <a:pt x="2293829" y="3191244"/>
                </a:cubicBezTo>
                <a:cubicBezTo>
                  <a:pt x="2291292" y="3191425"/>
                  <a:pt x="2289608" y="3191405"/>
                  <a:pt x="2288442" y="3191236"/>
                </a:cubicBezTo>
                <a:cubicBezTo>
                  <a:pt x="2288397" y="3191205"/>
                  <a:pt x="2288352" y="3191173"/>
                  <a:pt x="2288307" y="3191142"/>
                </a:cubicBezTo>
                <a:cubicBezTo>
                  <a:pt x="2286625" y="3191201"/>
                  <a:pt x="2292966" y="3181241"/>
                  <a:pt x="2291282" y="3181298"/>
                </a:cubicBezTo>
                <a:cubicBezTo>
                  <a:pt x="2282768" y="3181808"/>
                  <a:pt x="2266459" y="3192523"/>
                  <a:pt x="2258572" y="3193351"/>
                </a:cubicBezTo>
                <a:cubicBezTo>
                  <a:pt x="2251903" y="3188132"/>
                  <a:pt x="2222758" y="3194297"/>
                  <a:pt x="2225949" y="3184460"/>
                </a:cubicBezTo>
                <a:cubicBezTo>
                  <a:pt x="2215309" y="3185285"/>
                  <a:pt x="2208874" y="3189370"/>
                  <a:pt x="2212457" y="3182918"/>
                </a:cubicBezTo>
                <a:cubicBezTo>
                  <a:pt x="2208954" y="3183005"/>
                  <a:pt x="2206796" y="3182455"/>
                  <a:pt x="2205250" y="3181596"/>
                </a:cubicBezTo>
                <a:lnTo>
                  <a:pt x="2204802" y="3181191"/>
                </a:lnTo>
                <a:cubicBezTo>
                  <a:pt x="2196360" y="3181862"/>
                  <a:pt x="2165295" y="3184604"/>
                  <a:pt x="2154589" y="3185621"/>
                </a:cubicBezTo>
                <a:lnTo>
                  <a:pt x="2140577" y="3187296"/>
                </a:lnTo>
                <a:lnTo>
                  <a:pt x="2139223" y="3186946"/>
                </a:lnTo>
                <a:lnTo>
                  <a:pt x="2129522" y="3182108"/>
                </a:lnTo>
                <a:cubicBezTo>
                  <a:pt x="2126396" y="3182958"/>
                  <a:pt x="2123631" y="3190717"/>
                  <a:pt x="2121389" y="3192118"/>
                </a:cubicBezTo>
                <a:cubicBezTo>
                  <a:pt x="2088356" y="3184630"/>
                  <a:pt x="2057187" y="3191481"/>
                  <a:pt x="2021332" y="3190187"/>
                </a:cubicBezTo>
                <a:cubicBezTo>
                  <a:pt x="1980808" y="3192837"/>
                  <a:pt x="1960551" y="3192182"/>
                  <a:pt x="1937109" y="3194259"/>
                </a:cubicBezTo>
                <a:cubicBezTo>
                  <a:pt x="1933244" y="3194376"/>
                  <a:pt x="1901924" y="3195327"/>
                  <a:pt x="1908362" y="3191174"/>
                </a:cubicBezTo>
                <a:cubicBezTo>
                  <a:pt x="1873455" y="3191897"/>
                  <a:pt x="1822379" y="3188607"/>
                  <a:pt x="1786518" y="3189413"/>
                </a:cubicBezTo>
                <a:cubicBezTo>
                  <a:pt x="1763469" y="3179547"/>
                  <a:pt x="1741339" y="3197857"/>
                  <a:pt x="1717434" y="3196011"/>
                </a:cubicBezTo>
                <a:cubicBezTo>
                  <a:pt x="1723972" y="3205094"/>
                  <a:pt x="1664175" y="3190915"/>
                  <a:pt x="1662865" y="3201166"/>
                </a:cubicBezTo>
                <a:lnTo>
                  <a:pt x="1636987" y="3195235"/>
                </a:lnTo>
                <a:lnTo>
                  <a:pt x="1623920" y="3183037"/>
                </a:lnTo>
                <a:cubicBezTo>
                  <a:pt x="1619023" y="3182563"/>
                  <a:pt x="1613758" y="3192473"/>
                  <a:pt x="1607939" y="3192950"/>
                </a:cubicBezTo>
                <a:cubicBezTo>
                  <a:pt x="1593621" y="3197013"/>
                  <a:pt x="1571326" y="3192034"/>
                  <a:pt x="1551162" y="3192335"/>
                </a:cubicBezTo>
                <a:lnTo>
                  <a:pt x="1541903" y="3186915"/>
                </a:lnTo>
                <a:lnTo>
                  <a:pt x="1511680" y="3191495"/>
                </a:lnTo>
                <a:cubicBezTo>
                  <a:pt x="1489503" y="3191217"/>
                  <a:pt x="1467326" y="3190938"/>
                  <a:pt x="1445149" y="3190660"/>
                </a:cubicBezTo>
                <a:lnTo>
                  <a:pt x="1436200" y="3191890"/>
                </a:lnTo>
                <a:cubicBezTo>
                  <a:pt x="1432876" y="3191277"/>
                  <a:pt x="1429122" y="3201007"/>
                  <a:pt x="1425206" y="3200344"/>
                </a:cubicBezTo>
                <a:lnTo>
                  <a:pt x="1412701" y="3187919"/>
                </a:lnTo>
                <a:cubicBezTo>
                  <a:pt x="1402612" y="3187367"/>
                  <a:pt x="1373509" y="3184444"/>
                  <a:pt x="1364678" y="3183688"/>
                </a:cubicBezTo>
                <a:cubicBezTo>
                  <a:pt x="1363023" y="3183583"/>
                  <a:pt x="1361370" y="3183479"/>
                  <a:pt x="1359716" y="3183377"/>
                </a:cubicBezTo>
                <a:lnTo>
                  <a:pt x="1327998" y="3173718"/>
                </a:lnTo>
                <a:cubicBezTo>
                  <a:pt x="1303324" y="3168363"/>
                  <a:pt x="1243415" y="3156944"/>
                  <a:pt x="1211674" y="3151252"/>
                </a:cubicBezTo>
                <a:cubicBezTo>
                  <a:pt x="1183206" y="3154805"/>
                  <a:pt x="1160307" y="3140433"/>
                  <a:pt x="1137545" y="3142903"/>
                </a:cubicBezTo>
                <a:cubicBezTo>
                  <a:pt x="1108831" y="3139323"/>
                  <a:pt x="1085657" y="3133417"/>
                  <a:pt x="1067088" y="3129767"/>
                </a:cubicBezTo>
                <a:cubicBezTo>
                  <a:pt x="1064006" y="3128241"/>
                  <a:pt x="1029699" y="3122201"/>
                  <a:pt x="1026132" y="3121008"/>
                </a:cubicBezTo>
                <a:cubicBezTo>
                  <a:pt x="1005747" y="3117732"/>
                  <a:pt x="1013867" y="3117508"/>
                  <a:pt x="979389" y="3112403"/>
                </a:cubicBezTo>
                <a:cubicBezTo>
                  <a:pt x="950459" y="3107178"/>
                  <a:pt x="920762" y="3105056"/>
                  <a:pt x="888511" y="3099565"/>
                </a:cubicBezTo>
                <a:cubicBezTo>
                  <a:pt x="854269" y="3092172"/>
                  <a:pt x="833998" y="3094049"/>
                  <a:pt x="820520" y="3090926"/>
                </a:cubicBezTo>
                <a:cubicBezTo>
                  <a:pt x="792202" y="3081871"/>
                  <a:pt x="783417" y="3082958"/>
                  <a:pt x="740242" y="3083816"/>
                </a:cubicBezTo>
                <a:cubicBezTo>
                  <a:pt x="707061" y="3077800"/>
                  <a:pt x="671560" y="3086129"/>
                  <a:pt x="646247" y="3074734"/>
                </a:cubicBezTo>
                <a:cubicBezTo>
                  <a:pt x="642938" y="3075735"/>
                  <a:pt x="639394" y="3076369"/>
                  <a:pt x="635700" y="3076739"/>
                </a:cubicBezTo>
                <a:cubicBezTo>
                  <a:pt x="632097" y="3076874"/>
                  <a:pt x="628494" y="3077010"/>
                  <a:pt x="624891" y="3077145"/>
                </a:cubicBezTo>
                <a:lnTo>
                  <a:pt x="614671" y="3073567"/>
                </a:lnTo>
                <a:cubicBezTo>
                  <a:pt x="603428" y="3072991"/>
                  <a:pt x="568522" y="3074251"/>
                  <a:pt x="557430" y="3073687"/>
                </a:cubicBezTo>
                <a:lnTo>
                  <a:pt x="557338" y="3073252"/>
                </a:lnTo>
                <a:cubicBezTo>
                  <a:pt x="554424" y="3072272"/>
                  <a:pt x="546805" y="3070825"/>
                  <a:pt x="539949" y="3067812"/>
                </a:cubicBezTo>
                <a:cubicBezTo>
                  <a:pt x="528878" y="3064560"/>
                  <a:pt x="503526" y="3056658"/>
                  <a:pt x="490911" y="3053742"/>
                </a:cubicBezTo>
                <a:lnTo>
                  <a:pt x="468269" y="3040300"/>
                </a:lnTo>
                <a:lnTo>
                  <a:pt x="446284" y="3044010"/>
                </a:lnTo>
                <a:cubicBezTo>
                  <a:pt x="429421" y="3045653"/>
                  <a:pt x="428304" y="3040351"/>
                  <a:pt x="407700" y="3036255"/>
                </a:cubicBezTo>
                <a:cubicBezTo>
                  <a:pt x="397569" y="3038433"/>
                  <a:pt x="390857" y="3046536"/>
                  <a:pt x="384835" y="3043282"/>
                </a:cubicBezTo>
                <a:cubicBezTo>
                  <a:pt x="363540" y="3042472"/>
                  <a:pt x="346002" y="3026895"/>
                  <a:pt x="323041" y="3023486"/>
                </a:cubicBezTo>
                <a:cubicBezTo>
                  <a:pt x="296255" y="3024819"/>
                  <a:pt x="286207" y="3016076"/>
                  <a:pt x="261659" y="3012466"/>
                </a:cubicBezTo>
                <a:cubicBezTo>
                  <a:pt x="237343" y="3017165"/>
                  <a:pt x="246269" y="3004370"/>
                  <a:pt x="234593" y="3000196"/>
                </a:cubicBezTo>
                <a:lnTo>
                  <a:pt x="231087" y="2999548"/>
                </a:lnTo>
                <a:lnTo>
                  <a:pt x="182124" y="3000760"/>
                </a:lnTo>
                <a:cubicBezTo>
                  <a:pt x="176172" y="2995322"/>
                  <a:pt x="146296" y="3000490"/>
                  <a:pt x="150781" y="2990775"/>
                </a:cubicBezTo>
                <a:cubicBezTo>
                  <a:pt x="135014" y="2988838"/>
                  <a:pt x="99403" y="2989342"/>
                  <a:pt x="87521" y="2989133"/>
                </a:cubicBezTo>
                <a:cubicBezTo>
                  <a:pt x="84843" y="2989261"/>
                  <a:pt x="82166" y="2989390"/>
                  <a:pt x="79487" y="2989518"/>
                </a:cubicBezTo>
                <a:lnTo>
                  <a:pt x="77079" y="2990682"/>
                </a:lnTo>
                <a:cubicBezTo>
                  <a:pt x="74554" y="2991354"/>
                  <a:pt x="71035" y="2991559"/>
                  <a:pt x="65291" y="2990716"/>
                </a:cubicBezTo>
                <a:cubicBezTo>
                  <a:pt x="64857" y="2990584"/>
                  <a:pt x="64422" y="2990453"/>
                  <a:pt x="63989" y="2990321"/>
                </a:cubicBezTo>
                <a:cubicBezTo>
                  <a:pt x="62342" y="2990669"/>
                  <a:pt x="50523" y="2991267"/>
                  <a:pt x="36658" y="2991762"/>
                </a:cubicBezTo>
                <a:lnTo>
                  <a:pt x="0" y="2992525"/>
                </a:lnTo>
                <a:close/>
              </a:path>
            </a:pathLst>
          </a:cu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640915AD-D237-A480-EF70-67D7B7A73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61328" y="4391923"/>
            <a:ext cx="5578997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Judgments: quality, value for money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Feelings: trust, security, nostalgia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Reviews and social proof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dirty="0">
                <a:solidFill>
                  <a:schemeClr val="tx2"/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Transparent messaging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F83C7A-6FA9-EF75-262C-0B7B86BC3F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1663882" y="4129057"/>
            <a:ext cx="8801352" cy="457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A333B9-1E42-698E-858C-8F9C02888F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967428" y="6339225"/>
            <a:ext cx="257143" cy="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8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8" name="Picture 107" descr="A diagram of a company&#10;&#10;AI-generated content may be incorrect.">
            <a:extLst>
              <a:ext uri="{FF2B5EF4-FFF2-40B4-BE49-F238E27FC236}">
                <a16:creationId xmlns:a16="http://schemas.microsoft.com/office/drawing/2014/main" id="{E80A23D9-0BCA-18AB-6345-F32D80494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" t="4819" r="-33604" b="4819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20" name="Freeform: Shape 119">
            <a:extLst>
              <a:ext uri="{FF2B5EF4-FFF2-40B4-BE49-F238E27FC236}">
                <a16:creationId xmlns:a16="http://schemas.microsoft.com/office/drawing/2014/main" id="{F9EC3F91-A75C-4F74-867E-E4C28C13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226" y="0"/>
            <a:ext cx="5043774" cy="6858000"/>
          </a:xfrm>
          <a:custGeom>
            <a:avLst/>
            <a:gdLst>
              <a:gd name="connsiteX0" fmla="*/ 1648981 w 5043774"/>
              <a:gd name="connsiteY0" fmla="*/ 0 h 6858000"/>
              <a:gd name="connsiteX1" fmla="*/ 2759699 w 5043774"/>
              <a:gd name="connsiteY1" fmla="*/ 0 h 6858000"/>
              <a:gd name="connsiteX2" fmla="*/ 3379301 w 5043774"/>
              <a:gd name="connsiteY2" fmla="*/ 0 h 6858000"/>
              <a:gd name="connsiteX3" fmla="*/ 3552342 w 5043774"/>
              <a:gd name="connsiteY3" fmla="*/ 0 h 6858000"/>
              <a:gd name="connsiteX4" fmla="*/ 4617166 w 5043774"/>
              <a:gd name="connsiteY4" fmla="*/ 0 h 6858000"/>
              <a:gd name="connsiteX5" fmla="*/ 4786130 w 5043774"/>
              <a:gd name="connsiteY5" fmla="*/ 0 h 6858000"/>
              <a:gd name="connsiteX6" fmla="*/ 4980168 w 5043774"/>
              <a:gd name="connsiteY6" fmla="*/ 0 h 6858000"/>
              <a:gd name="connsiteX7" fmla="*/ 5043774 w 5043774"/>
              <a:gd name="connsiteY7" fmla="*/ 0 h 6858000"/>
              <a:gd name="connsiteX8" fmla="*/ 5043774 w 5043774"/>
              <a:gd name="connsiteY8" fmla="*/ 6858000 h 6858000"/>
              <a:gd name="connsiteX9" fmla="*/ 4980168 w 5043774"/>
              <a:gd name="connsiteY9" fmla="*/ 6858000 h 6858000"/>
              <a:gd name="connsiteX10" fmla="*/ 4786130 w 5043774"/>
              <a:gd name="connsiteY10" fmla="*/ 6858000 h 6858000"/>
              <a:gd name="connsiteX11" fmla="*/ 4617166 w 5043774"/>
              <a:gd name="connsiteY11" fmla="*/ 6858000 h 6858000"/>
              <a:gd name="connsiteX12" fmla="*/ 3552342 w 5043774"/>
              <a:gd name="connsiteY12" fmla="*/ 6858000 h 6858000"/>
              <a:gd name="connsiteX13" fmla="*/ 3379301 w 5043774"/>
              <a:gd name="connsiteY13" fmla="*/ 6858000 h 6858000"/>
              <a:gd name="connsiteX14" fmla="*/ 2759699 w 5043774"/>
              <a:gd name="connsiteY14" fmla="*/ 6858000 h 6858000"/>
              <a:gd name="connsiteX15" fmla="*/ 2542782 w 5043774"/>
              <a:gd name="connsiteY15" fmla="*/ 6858000 h 6858000"/>
              <a:gd name="connsiteX16" fmla="*/ 2429239 w 5043774"/>
              <a:gd name="connsiteY16" fmla="*/ 6780599 h 6858000"/>
              <a:gd name="connsiteX17" fmla="*/ 1904328 w 5043774"/>
              <a:gd name="connsiteY17" fmla="*/ 6374814 h 6858000"/>
              <a:gd name="connsiteX18" fmla="*/ 0 w 5043774"/>
              <a:gd name="connsiteY18" fmla="*/ 3621656 h 6858000"/>
              <a:gd name="connsiteX19" fmla="*/ 1626503 w 5043774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3774" h="6858000">
                <a:moveTo>
                  <a:pt x="1648981" y="0"/>
                </a:moveTo>
                <a:lnTo>
                  <a:pt x="2759699" y="0"/>
                </a:lnTo>
                <a:lnTo>
                  <a:pt x="3379301" y="0"/>
                </a:lnTo>
                <a:lnTo>
                  <a:pt x="3552342" y="0"/>
                </a:lnTo>
                <a:lnTo>
                  <a:pt x="4617166" y="0"/>
                </a:lnTo>
                <a:lnTo>
                  <a:pt x="4786130" y="0"/>
                </a:lnTo>
                <a:lnTo>
                  <a:pt x="4980168" y="0"/>
                </a:lnTo>
                <a:lnTo>
                  <a:pt x="5043774" y="0"/>
                </a:lnTo>
                <a:lnTo>
                  <a:pt x="5043774" y="6858000"/>
                </a:lnTo>
                <a:lnTo>
                  <a:pt x="4980168" y="6858000"/>
                </a:lnTo>
                <a:lnTo>
                  <a:pt x="4786130" y="6858000"/>
                </a:lnTo>
                <a:lnTo>
                  <a:pt x="4617166" y="6858000"/>
                </a:lnTo>
                <a:lnTo>
                  <a:pt x="3552342" y="6858000"/>
                </a:lnTo>
                <a:lnTo>
                  <a:pt x="3379301" y="6858000"/>
                </a:lnTo>
                <a:lnTo>
                  <a:pt x="2759699" y="6858000"/>
                </a:lnTo>
                <a:lnTo>
                  <a:pt x="2542782" y="6858000"/>
                </a:lnTo>
                <a:lnTo>
                  <a:pt x="2429239" y="6780599"/>
                </a:lnTo>
                <a:cubicBezTo>
                  <a:pt x="2252641" y="6653108"/>
                  <a:pt x="2079285" y="6515397"/>
                  <a:pt x="1904328" y="6374814"/>
                </a:cubicBezTo>
                <a:cubicBezTo>
                  <a:pt x="943579" y="5602839"/>
                  <a:pt x="0" y="4969131"/>
                  <a:pt x="0" y="3621656"/>
                </a:cubicBezTo>
                <a:cubicBezTo>
                  <a:pt x="0" y="2093192"/>
                  <a:pt x="582912" y="754641"/>
                  <a:pt x="1626503" y="14997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1DA68-9918-F37F-A818-B85E5872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1874" y="1045597"/>
            <a:ext cx="3646025" cy="1588422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 fontAlgn="base"/>
            <a:r>
              <a:rPr lang="en-US" dirty="0">
                <a:latin typeface="Nokia Pure Headline Extra Bold" panose="020B0904040602060303" pitchFamily="34" charset="0"/>
              </a:rPr>
              <a:t>Brand Resonance (Loyalty)</a:t>
            </a:r>
          </a:p>
        </p:txBody>
      </p:sp>
      <p:sp>
        <p:nvSpPr>
          <p:cNvPr id="111" name="Content Placeholder 110">
            <a:extLst>
              <a:ext uri="{FF2B5EF4-FFF2-40B4-BE49-F238E27FC236}">
                <a16:creationId xmlns:a16="http://schemas.microsoft.com/office/drawing/2014/main" id="{2C9D6B70-8F22-2F13-074F-B5F08125D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2598" y="2769027"/>
            <a:ext cx="4479402" cy="270006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dirty="0"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Brand loyalty and repeat purchase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dirty="0"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Emotional attachment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dirty="0"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Community and brand heritage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dirty="0"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Long-term relationship</a:t>
            </a:r>
            <a:endParaRPr lang="en-US" dirty="0">
              <a:latin typeface="Nokia Sans S60" pitchFamily="2" charset="-128"/>
              <a:ea typeface="Nokia Sans S60" pitchFamily="2" charset="-128"/>
              <a:cs typeface="Nokia Sans S60" pitchFamily="2" charset="-128"/>
            </a:endParaRPr>
          </a:p>
        </p:txBody>
      </p:sp>
      <p:pic>
        <p:nvPicPr>
          <p:cNvPr id="113" name="Picture 112" descr="A blue and black logo&#10;&#10;AI-generated content may be incorrect.">
            <a:extLst>
              <a:ext uri="{FF2B5EF4-FFF2-40B4-BE49-F238E27FC236}">
                <a16:creationId xmlns:a16="http://schemas.microsoft.com/office/drawing/2014/main" id="{E2098311-DE1A-1482-0668-3FC8C47BF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37" y="6447098"/>
            <a:ext cx="1880162" cy="3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4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FD519-9C38-5D01-2FE1-7E08C4369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962601"/>
            <a:ext cx="4195674" cy="7995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latin typeface="Nokia Pure Headline Extra Bold" panose="020B0904040602060303" pitchFamily="34" charset="0"/>
              </a:rPr>
              <a:t>Conclusion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solidFill>
            <a:srgbClr val="E04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6C465F-1744-DCCF-0E58-BB1284754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035" y="596222"/>
            <a:ext cx="5658047" cy="5658047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A62E5-1A33-1136-B382-01C19DD3A8FB}"/>
              </a:ext>
            </a:extLst>
          </p:cNvPr>
          <p:cNvSpPr txBox="1"/>
          <p:nvPr/>
        </p:nvSpPr>
        <p:spPr>
          <a:xfrm>
            <a:off x="6859266" y="2676724"/>
            <a:ext cx="4834902" cy="25997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Communication drives all stages of CBBE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Nokia balances functional &amp; emotional messaging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Nokia Sans S60" pitchFamily="2" charset="-128"/>
                <a:ea typeface="Nokia Sans S60" pitchFamily="2" charset="-128"/>
                <a:cs typeface="Nokia Sans S60" pitchFamily="2" charset="-128"/>
              </a:rPr>
              <a:t>Result: strong, trusted, and loyal brand</a:t>
            </a:r>
          </a:p>
        </p:txBody>
      </p:sp>
      <p:sp>
        <p:nvSpPr>
          <p:cNvPr id="24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6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BCF924-7055-908D-C399-7E53A48F1A46}"/>
              </a:ext>
            </a:extLst>
          </p:cNvPr>
          <p:cNvSpPr txBox="1"/>
          <p:nvPr/>
        </p:nvSpPr>
        <p:spPr>
          <a:xfrm>
            <a:off x="2599983" y="6384294"/>
            <a:ext cx="6930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Nokia Hindi S60" panose="020B0506030404030204" pitchFamily="34" charset="0"/>
                <a:cs typeface="Nokia Hindi S60" panose="020B0506030404030204" pitchFamily="34" charset="0"/>
              </a:rPr>
              <a:t>IMC consistency + emotional storytelling = lasting brand equity</a:t>
            </a:r>
          </a:p>
        </p:txBody>
      </p:sp>
      <p:pic>
        <p:nvPicPr>
          <p:cNvPr id="15" name="Picture 14" descr="A blue and black logo&#10;&#10;AI-generated content may be incorrect.">
            <a:extLst>
              <a:ext uri="{FF2B5EF4-FFF2-40B4-BE49-F238E27FC236}">
                <a16:creationId xmlns:a16="http://schemas.microsoft.com/office/drawing/2014/main" id="{5A032B2C-E732-640A-33B9-76C5ACBB5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000267" y="5684934"/>
            <a:ext cx="1880162" cy="3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8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uiExpand="1" build="allAtOnce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7AE34-00DC-5A14-142F-A6301A4F1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B564B7-FEB1-CF1B-C99B-61C335CC7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DD9E233-3B25-211D-6D9F-2FC5B4AC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0ADA-9FEB-C2BE-426F-9846F6332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53526"/>
            <a:ext cx="11051767" cy="425196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[1]</a:t>
            </a:r>
            <a:r>
              <a:rPr lang="en-US" sz="2400" dirty="0"/>
              <a:t> Keller, K.L. (2013) </a:t>
            </a:r>
            <a:r>
              <a:rPr lang="en-US" sz="2400" i="1" dirty="0"/>
              <a:t>Strategic Brand Management: Building, Measuring, and Managing Brand Equity</a:t>
            </a:r>
            <a:r>
              <a:rPr lang="en-US" sz="2400" dirty="0"/>
              <a:t>. 4th </a:t>
            </a:r>
            <a:r>
              <a:rPr lang="en-US" sz="2400" dirty="0" err="1"/>
              <a:t>edn</a:t>
            </a:r>
            <a:r>
              <a:rPr lang="en-US" sz="2400" dirty="0"/>
              <a:t>. Harlow: Pearson.</a:t>
            </a:r>
            <a:br>
              <a:rPr lang="en-US" sz="2400" dirty="0"/>
            </a:br>
            <a:r>
              <a:rPr lang="en-US" sz="2400" dirty="0"/>
              <a:t>Used for: customer-based brand equity, brand awareness, brand meaning, brand responses, and brand resonance. </a:t>
            </a:r>
          </a:p>
          <a:p>
            <a:pPr marL="0" indent="0" algn="just">
              <a:buNone/>
            </a:pPr>
            <a:r>
              <a:rPr lang="en-US" sz="2400" b="1" dirty="0"/>
              <a:t>[2]</a:t>
            </a:r>
            <a:r>
              <a:rPr lang="en-US" sz="2400" dirty="0"/>
              <a:t> Pearson Education (course slides, n.d.) </a:t>
            </a:r>
            <a:r>
              <a:rPr lang="en-US" sz="2400" i="1" dirty="0"/>
              <a:t>Strategic Brand Management – Positioning and Values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Used for: brand communication logic, brand judgments, brand feelings, brand resonance, and the CBBE pyramid. </a:t>
            </a:r>
          </a:p>
          <a:p>
            <a:pPr marL="0" indent="0" algn="just">
              <a:buNone/>
            </a:pPr>
            <a:r>
              <a:rPr lang="en-US" sz="2400" b="1" dirty="0"/>
              <a:t>[3]</a:t>
            </a:r>
            <a:r>
              <a:rPr lang="en-US" sz="2400" dirty="0"/>
              <a:t> Nokia (1995) </a:t>
            </a:r>
            <a:r>
              <a:rPr lang="en-US" sz="2400" i="1" dirty="0"/>
              <a:t>Annual Report 1995</a:t>
            </a:r>
            <a:r>
              <a:rPr lang="en-US" sz="2400" dirty="0"/>
              <a:t>. Available at: </a:t>
            </a:r>
            <a:r>
              <a:rPr lang="en-US" sz="2400" dirty="0">
                <a:hlinkClick r:id="rId2"/>
              </a:rPr>
              <a:t>https://web.lib.aalto.fi/fi/old/yrityspalvelin/pdf/1995/enokia.pdf</a:t>
            </a:r>
            <a:br>
              <a:rPr lang="en-US" sz="2400" dirty="0"/>
            </a:br>
            <a:r>
              <a:rPr lang="en-US" sz="2400" dirty="0"/>
              <a:t>Used for: evidence of Nokia’s “connecting people” brand messaging in official corporate communication.</a:t>
            </a:r>
          </a:p>
        </p:txBody>
      </p:sp>
      <p:pic>
        <p:nvPicPr>
          <p:cNvPr id="4" name="Picture 3" descr="A black and orange square&#10;&#10;AI-generated content may be incorrect.">
            <a:extLst>
              <a:ext uri="{FF2B5EF4-FFF2-40B4-BE49-F238E27FC236}">
                <a16:creationId xmlns:a16="http://schemas.microsoft.com/office/drawing/2014/main" id="{93F36FED-445C-4C14-617D-0A99C3A7B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49" b="13522"/>
          <a:stretch>
            <a:fillRect/>
          </a:stretch>
        </p:blipFill>
        <p:spPr>
          <a:xfrm>
            <a:off x="11077099" y="5694867"/>
            <a:ext cx="1111853" cy="1163133"/>
          </a:xfrm>
          <a:prstGeom prst="rect">
            <a:avLst/>
          </a:prstGeom>
        </p:spPr>
      </p:pic>
      <p:pic>
        <p:nvPicPr>
          <p:cNvPr id="5" name="Picture 4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4579557B-13F3-8A5B-C244-1E26DB0C9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5" y="5982914"/>
            <a:ext cx="809525" cy="815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9FA1E0-40A2-557A-A748-AB03786D7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030910" y="-595309"/>
            <a:ext cx="545986" cy="1718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7F9AAB-2A58-EAAD-09C1-F1E18667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095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Reference </a:t>
            </a:r>
          </a:p>
        </p:txBody>
      </p:sp>
    </p:spTree>
    <p:extLst>
      <p:ext uri="{BB962C8B-B14F-4D97-AF65-F5344CB8AC3E}">
        <p14:creationId xmlns:p14="http://schemas.microsoft.com/office/powerpoint/2010/main" val="185252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2261</TotalTime>
  <Words>323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Meiryo</vt:lpstr>
      <vt:lpstr>Nokia Sans S60</vt:lpstr>
      <vt:lpstr>Aptos</vt:lpstr>
      <vt:lpstr>Arial</vt:lpstr>
      <vt:lpstr>Calibri</vt:lpstr>
      <vt:lpstr>Nokia Hindi S60</vt:lpstr>
      <vt:lpstr>Nokia Pure Headline Extra Bold</vt:lpstr>
      <vt:lpstr>Nokia Pure Headline Light</vt:lpstr>
      <vt:lpstr>Office Theme</vt:lpstr>
      <vt:lpstr>PowerPoint Presentation</vt:lpstr>
      <vt:lpstr>What is Brand Communication?</vt:lpstr>
      <vt:lpstr>Brand Awareness (Salience)</vt:lpstr>
      <vt:lpstr>PowerPoint Presentation</vt:lpstr>
      <vt:lpstr>Brand Response (Judgments &amp; Feelings)</vt:lpstr>
      <vt:lpstr>Brand Resonance (Loyalty)</vt:lpstr>
      <vt:lpstr>Conclusion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GHADERI, Mohammadali</dc:creator>
  <cp:lastModifiedBy>GHADERI, Mohammadali</cp:lastModifiedBy>
  <cp:revision>121</cp:revision>
  <dcterms:created xsi:type="dcterms:W3CDTF">2026-02-25T12:21:20Z</dcterms:created>
  <dcterms:modified xsi:type="dcterms:W3CDTF">2026-05-11T19:08:13Z</dcterms:modified>
</cp:coreProperties>
</file>